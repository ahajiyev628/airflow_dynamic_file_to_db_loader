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Flattening ticketing_travel_info: MongoDB → DWH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deeply-nested Mongo document is normalised into four Oracle tables. Each table explodes exactly one array so no parent row is duplicated by a cross-product.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STRUCTURE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3794760" cy="2331720"/>
          </a:xfrm>
          <a:prstGeom prst="roundRect">
            <a:avLst>
              <a:gd name="adj" fmla="val 2353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27632"/>
            <a:ext cx="350215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ticketing_travel_info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searchInfo        {struct}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travelPackage     {struct}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├─ priceDetails  {struct}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└─ services      [array]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contentDto        {struct}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 tickets       [array]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├─ connections  [array]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└─ routeDetail  [array]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0690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0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370832"/>
            <a:ext cx="3794760" cy="1965960"/>
          </a:xfrm>
          <a:prstGeom prst="roundRect">
            <a:avLst>
              <a:gd name="adj" fmla="val 2791"/>
            </a:avLst>
          </a:prstGeom>
          <a:solidFill>
            <a:srgbClr val="FBF1EF"/>
          </a:solidFill>
          <a:ln w="12700">
            <a:solidFill>
              <a:srgbClr val="E4C4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4805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 two sibling arrays in one table (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routeDetail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the same ticket) produces their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0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ticket fields repeat on every combined row. That was the duplication seen on load.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1234440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ONE EXPLODED ARRAY PER TARGET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246120"/>
            <a:ext cx="178308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ticketing_</a:t>
            </a:r>
            <a:endParaRPr lang="en-US" sz="9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travel_info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46520" y="3886200"/>
            <a:ext cx="1005840" cy="-1792224"/>
          </a:xfrm>
          <a:prstGeom prst="line">
            <a:avLst/>
          </a:prstGeom>
          <a:noFill/>
          <a:ln w="22225">
            <a:solidFill>
              <a:srgbClr val="9AA3A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1572768"/>
            <a:ext cx="4206240" cy="1042416"/>
          </a:xfrm>
          <a:prstGeom prst="roundRect">
            <a:avLst>
              <a:gd name="adj" fmla="val 4386"/>
            </a:avLst>
          </a:prstGeom>
          <a:solidFill>
            <a:srgbClr val="F4F6FA"/>
          </a:solidFill>
          <a:ln w="12700">
            <a:solidFill>
              <a:srgbClr val="C7CB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3528" y="1682496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travel_info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53528" y="198424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53528" y="225856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fields   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key: </a:t>
            </a:r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3886200"/>
            <a:ext cx="1005840" cy="-594360"/>
          </a:xfrm>
          <a:prstGeom prst="line">
            <a:avLst/>
          </a:prstGeom>
          <a:noFill/>
          <a:ln w="22225">
            <a:solidFill>
              <a:srgbClr val="9AA3A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52360" y="2770632"/>
            <a:ext cx="4206240" cy="1042416"/>
          </a:xfrm>
          <a:prstGeom prst="roundRect">
            <a:avLst>
              <a:gd name="adj" fmla="val 4386"/>
            </a:avLst>
          </a:prstGeom>
          <a:solidFill>
            <a:srgbClr val="F4F6FA"/>
          </a:solidFill>
          <a:ln w="12700">
            <a:solidFill>
              <a:srgbClr val="C7CB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53528" y="2880360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..._tickets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53528" y="318211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tickets → connections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53528" y="345643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/ connection   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key: </a:t>
            </a:r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id_, ticket_id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46520" y="3886200"/>
            <a:ext cx="1005840" cy="603504"/>
          </a:xfrm>
          <a:prstGeom prst="line">
            <a:avLst/>
          </a:prstGeom>
          <a:noFill/>
          <a:ln w="22225">
            <a:solidFill>
              <a:srgbClr val="9AA3A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52360" y="3968496"/>
            <a:ext cx="4206240" cy="1042416"/>
          </a:xfrm>
          <a:prstGeom prst="roundRect">
            <a:avLst>
              <a:gd name="adj" fmla="val 4386"/>
            </a:avLst>
          </a:prstGeom>
          <a:solidFill>
            <a:srgbClr val="F4F6FA"/>
          </a:solidFill>
          <a:ln w="12700">
            <a:solidFill>
              <a:srgbClr val="C7CB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53528" y="4078224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..._route_detail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53528" y="437997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tickets → routeDetail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53528" y="465429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/ segment   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key: </a:t>
            </a:r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id_, ticket_id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46520" y="3886200"/>
            <a:ext cx="1005840" cy="1801368"/>
          </a:xfrm>
          <a:prstGeom prst="line">
            <a:avLst/>
          </a:prstGeom>
          <a:noFill/>
          <a:ln w="22225">
            <a:solidFill>
              <a:srgbClr val="9AA3AE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52360" y="5166360"/>
            <a:ext cx="4206240" cy="1042416"/>
          </a:xfrm>
          <a:prstGeom prst="roundRect">
            <a:avLst>
              <a:gd name="adj" fmla="val 4386"/>
            </a:avLst>
          </a:prstGeom>
          <a:solidFill>
            <a:srgbClr val="F4F6FA"/>
          </a:solidFill>
          <a:ln w="12700">
            <a:solidFill>
              <a:srgbClr val="C7CB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53528" y="5276088"/>
            <a:ext cx="3803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..._services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53528" y="557784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 services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53528" y="585216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 / service   </a:t>
            </a:r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key: </a:t>
            </a:r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explode (tickets → inner array) is safe — the inner array is exploded from the already-exploded parent, so it stays 1-to-many.  </a:t>
            </a:r>
            <a:pPr algn="l"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tables rejoin the parent on id_ + ticket_id.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Ticketing Travel Info Pipeline</dc:title>
  <dc:subject>PptxGenJS Presentation</dc:subject>
  <dc:creator>PptxGenJS</dc:creator>
  <cp:lastModifiedBy>PptxGenJS</cp:lastModifiedBy>
  <cp:revision>1</cp:revision>
  <dcterms:created xsi:type="dcterms:W3CDTF">2026-07-02T07:46:28Z</dcterms:created>
  <dcterms:modified xsi:type="dcterms:W3CDTF">2026-07-02T07:46:28Z</dcterms:modified>
</cp:coreProperties>
</file>