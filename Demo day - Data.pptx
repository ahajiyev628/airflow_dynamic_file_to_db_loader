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77" r:id="rId3"/>
    <p:sldId id="274" r:id="rId4"/>
    <p:sldId id="276" r:id="rId5"/>
    <p:sldId id="291" r:id="rId6"/>
    <p:sldId id="280" r:id="rId7"/>
    <p:sldId id="292" r:id="rId8"/>
    <p:sldId id="293" r:id="rId9"/>
    <p:sldId id="294" r:id="rId10"/>
    <p:sldId id="295" r:id="rId11"/>
    <p:sldId id="296" r:id="rId12"/>
    <p:sldId id="303" r:id="rId13"/>
    <p:sldId id="297" r:id="rId14"/>
    <p:sldId id="298" r:id="rId15"/>
    <p:sldId id="299" r:id="rId16"/>
    <p:sldId id="300" r:id="rId17"/>
    <p:sldId id="301" r:id="rId18"/>
    <p:sldId id="26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A2BE"/>
    <a:srgbClr val="878CE2"/>
    <a:srgbClr val="3190E3"/>
    <a:srgbClr val="C5C9CE"/>
    <a:srgbClr val="908CE1"/>
    <a:srgbClr val="DCA5BA"/>
    <a:srgbClr val="0057C2"/>
    <a:srgbClr val="595959"/>
    <a:srgbClr val="8DC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4660"/>
  </p:normalViewPr>
  <p:slideViewPr>
    <p:cSldViewPr snapToGrid="0">
      <p:cViewPr varScale="1">
        <p:scale>
          <a:sx n="98" d="100"/>
          <a:sy n="98" d="100"/>
        </p:scale>
        <p:origin x="264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049CD66-4FE0-41BC-82A0-F7E7D9340594}" type="doc">
      <dgm:prSet loTypeId="urn:microsoft.com/office/officeart/2005/8/layout/list1#1" loCatId="list" qsTypeId="urn:microsoft.com/office/officeart/2005/8/quickstyle/simple4#1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75CEA82B-DC0A-4067-B945-EC808AE4CA9F}">
      <dgm:prSet phldrT="[Text]" custT="1"/>
      <dgm:spPr/>
      <dgm:t>
        <a:bodyPr/>
        <a:lstStyle/>
        <a:p>
          <a:r>
            <a:rPr lang="en-US" sz="1200" dirty="0" err="1"/>
            <a:t>Yalnız</a:t>
          </a:r>
          <a:r>
            <a:rPr lang="en-US" sz="1200" dirty="0"/>
            <a:t> </a:t>
          </a:r>
          <a:r>
            <a:rPr lang="en-US" sz="1200" dirty="0" err="1"/>
            <a:t>daxili</a:t>
          </a:r>
          <a:r>
            <a:rPr lang="en-US" sz="1200" dirty="0"/>
            <a:t> CV </a:t>
          </a:r>
          <a:r>
            <a:rPr lang="en-US" sz="1200" dirty="0" err="1"/>
            <a:t>formatında</a:t>
          </a:r>
          <a:r>
            <a:rPr lang="en-US" sz="1200" dirty="0"/>
            <a:t> </a:t>
          </a:r>
          <a:r>
            <a:rPr lang="en-US" sz="1200" dirty="0" err="1"/>
            <a:t>təqdim</a:t>
          </a:r>
          <a:r>
            <a:rPr lang="en-US" sz="1200" dirty="0"/>
            <a:t> </a:t>
          </a:r>
          <a:r>
            <a:rPr lang="en-US" sz="1200" dirty="0" err="1"/>
            <a:t>olunan</a:t>
          </a:r>
          <a:r>
            <a:rPr lang="en-US" sz="1200" dirty="0"/>
            <a:t> </a:t>
          </a:r>
          <a:r>
            <a:rPr lang="en-US" sz="1200" dirty="0" err="1"/>
            <a:t>müraciətlər</a:t>
          </a:r>
          <a:r>
            <a:rPr lang="en-US" sz="1200" dirty="0"/>
            <a:t> </a:t>
          </a:r>
          <a:r>
            <a:rPr lang="en-US" sz="1200" dirty="0" err="1"/>
            <a:t>qəbul</a:t>
          </a:r>
          <a:r>
            <a:rPr lang="en-US" sz="1200" dirty="0"/>
            <a:t> </a:t>
          </a:r>
          <a:r>
            <a:rPr lang="en-US" sz="1200" dirty="0" err="1"/>
            <a:t>edilir</a:t>
          </a:r>
          <a:r>
            <a:rPr lang="en-US" sz="1200" dirty="0"/>
            <a:t>.</a:t>
          </a:r>
        </a:p>
      </dgm:t>
    </dgm:pt>
    <dgm:pt modelId="{154C9704-DF55-4F90-BFB6-5EFA345451E5}" type="parTrans" cxnId="{6760BBF9-B168-4022-AD85-DD45EACCB61E}">
      <dgm:prSet/>
      <dgm:spPr/>
      <dgm:t>
        <a:bodyPr/>
        <a:lstStyle/>
        <a:p>
          <a:endParaRPr lang="en-US"/>
        </a:p>
      </dgm:t>
    </dgm:pt>
    <dgm:pt modelId="{EB9C1CAA-46C2-4981-BC84-BEAE445E6E61}" type="sibTrans" cxnId="{6760BBF9-B168-4022-AD85-DD45EACCB61E}">
      <dgm:prSet/>
      <dgm:spPr/>
      <dgm:t>
        <a:bodyPr/>
        <a:lstStyle/>
        <a:p>
          <a:endParaRPr lang="en-US"/>
        </a:p>
      </dgm:t>
    </dgm:pt>
    <dgm:pt modelId="{5DA1D898-D8C1-478A-9F3C-B09C1FA6F8B0}">
      <dgm:prSet phldrT="[Text]" custT="1"/>
      <dgm:spPr/>
      <dgm:t>
        <a:bodyPr/>
        <a:lstStyle/>
        <a:p>
          <a:r>
            <a:rPr lang="en-US" sz="1200" b="0" i="0" u="none" dirty="0"/>
            <a:t>Cari </a:t>
          </a:r>
          <a:r>
            <a:rPr lang="en-US" sz="1200" b="0" i="0" u="none" dirty="0" err="1"/>
            <a:t>çalışdığı</a:t>
          </a:r>
          <a:r>
            <a:rPr lang="en-US" sz="1200" b="0" i="0" u="none" dirty="0"/>
            <a:t> </a:t>
          </a:r>
          <a:r>
            <a:rPr lang="en-US" sz="1200" b="0" i="0" u="none" dirty="0" err="1"/>
            <a:t>struktur</a:t>
          </a:r>
          <a:r>
            <a:rPr lang="en-US" sz="1200" b="0" i="0" u="none" dirty="0"/>
            <a:t> </a:t>
          </a:r>
          <a:r>
            <a:rPr lang="en-US" sz="1200" b="0" i="0" u="none" dirty="0" err="1"/>
            <a:t>bölmədə</a:t>
          </a:r>
          <a:r>
            <a:rPr lang="en-US" sz="1200" b="0" i="0" u="none" dirty="0"/>
            <a:t> </a:t>
          </a:r>
          <a:r>
            <a:rPr lang="en-US" sz="1200" b="0" i="0" u="none" dirty="0" err="1"/>
            <a:t>ən</a:t>
          </a:r>
          <a:r>
            <a:rPr lang="en-US" sz="1200" b="0" i="0" u="none" dirty="0"/>
            <a:t> </a:t>
          </a:r>
          <a:r>
            <a:rPr lang="en-US" sz="1200" b="0" i="0" u="none" dirty="0" err="1"/>
            <a:t>azı</a:t>
          </a:r>
          <a:r>
            <a:rPr lang="en-US" sz="1200" b="0" i="0" u="none" dirty="0"/>
            <a:t> 1 </a:t>
          </a:r>
          <a:r>
            <a:rPr lang="en-US" sz="1200" b="0" i="0" u="none" dirty="0" err="1"/>
            <a:t>il</a:t>
          </a:r>
          <a:r>
            <a:rPr lang="en-US" sz="1200" b="0" i="0" u="none" dirty="0"/>
            <a:t> </a:t>
          </a:r>
          <a:r>
            <a:rPr lang="en-US" sz="1200" b="0" i="0" u="none" dirty="0" err="1"/>
            <a:t>çalışmış</a:t>
          </a:r>
          <a:r>
            <a:rPr lang="en-US" sz="1200" b="0" i="0" u="none" dirty="0"/>
            <a:t> </a:t>
          </a:r>
          <a:r>
            <a:rPr lang="en-US" sz="1200" b="0" i="0" u="none" dirty="0" err="1"/>
            <a:t>və</a:t>
          </a:r>
          <a:r>
            <a:rPr lang="en-US" sz="1200" b="0" i="0" u="none" dirty="0"/>
            <a:t> son 3 ay </a:t>
          </a:r>
          <a:r>
            <a:rPr lang="en-US" sz="1200" b="0" i="0" u="none" dirty="0" err="1"/>
            <a:t>ərzində</a:t>
          </a:r>
          <a:r>
            <a:rPr lang="en-US" sz="1200" b="0" i="0" u="none" dirty="0"/>
            <a:t> </a:t>
          </a:r>
          <a:r>
            <a:rPr lang="en-US" sz="1200" b="0" i="0" u="none" dirty="0" err="1"/>
            <a:t>intizam</a:t>
          </a:r>
          <a:r>
            <a:rPr lang="en-US" sz="1200" b="0" i="0" u="none" dirty="0"/>
            <a:t> </a:t>
          </a:r>
          <a:r>
            <a:rPr lang="en-US" sz="1200" b="0" i="0" u="none" dirty="0" err="1"/>
            <a:t>tənbehi</a:t>
          </a:r>
          <a:r>
            <a:rPr lang="en-US" sz="1200" b="0" i="0" u="none" dirty="0"/>
            <a:t> (</a:t>
          </a:r>
          <a:r>
            <a:rPr lang="en-US" sz="1200" b="0" i="0" u="none" dirty="0" err="1"/>
            <a:t>yazılı</a:t>
          </a:r>
          <a:r>
            <a:rPr lang="en-US" sz="1200" b="0" i="0" u="none" dirty="0"/>
            <a:t> </a:t>
          </a:r>
          <a:r>
            <a:rPr lang="en-US" sz="1200" b="0" i="0" u="none" dirty="0" err="1"/>
            <a:t>xəbərdarlıq</a:t>
          </a:r>
          <a:r>
            <a:rPr lang="en-US" sz="1200" b="0" i="0" u="none" dirty="0"/>
            <a:t>, </a:t>
          </a:r>
          <a:r>
            <a:rPr lang="en-US" sz="1200" b="0" i="0" u="none" dirty="0" err="1"/>
            <a:t>töhməti</a:t>
          </a:r>
          <a:r>
            <a:rPr lang="en-US" sz="1200" b="0" i="0" u="none" dirty="0"/>
            <a:t>) </a:t>
          </a:r>
          <a:r>
            <a:rPr lang="en-US" sz="1200" b="0" i="0" u="none" dirty="0" err="1"/>
            <a:t>olmayan</a:t>
          </a:r>
          <a:r>
            <a:rPr lang="en-US" sz="1200" b="0" i="0" u="none" dirty="0"/>
            <a:t> </a:t>
          </a:r>
          <a:r>
            <a:rPr lang="en-US" sz="1200" b="0" i="0" u="none" dirty="0" err="1"/>
            <a:t>namizədləri</a:t>
          </a:r>
          <a:r>
            <a:rPr lang="az-Latn-AZ" sz="1200" b="0" i="0" u="none" dirty="0"/>
            <a:t>n </a:t>
          </a:r>
          <a:r>
            <a:rPr lang="en-US" sz="1200" b="0" i="0" u="none" dirty="0" err="1"/>
            <a:t>müraciəti</a:t>
          </a:r>
          <a:r>
            <a:rPr lang="en-US" sz="1200" b="0" i="0" u="none" dirty="0"/>
            <a:t> </a:t>
          </a:r>
          <a:r>
            <a:rPr lang="en-US" sz="1200" b="0" i="0" u="none" dirty="0" err="1"/>
            <a:t>nəzərə</a:t>
          </a:r>
          <a:r>
            <a:rPr lang="en-US" sz="1200" b="0" i="0" u="none" dirty="0"/>
            <a:t> </a:t>
          </a:r>
          <a:r>
            <a:rPr lang="en-US" sz="1200" b="0" i="0" u="none" dirty="0" err="1"/>
            <a:t>alın</a:t>
          </a:r>
          <a:r>
            <a:rPr lang="az-Latn-AZ" sz="1200" b="0" i="0" u="none" dirty="0"/>
            <a:t>ır</a:t>
          </a:r>
          <a:r>
            <a:rPr lang="en-US" sz="1200" b="0" i="0" u="none" dirty="0"/>
            <a:t>.</a:t>
          </a:r>
          <a:endParaRPr lang="en-US" sz="1200" b="0" u="none" dirty="0"/>
        </a:p>
      </dgm:t>
    </dgm:pt>
    <dgm:pt modelId="{BE2863FE-CC94-40AE-BF77-2DA787EA1C25}" type="parTrans" cxnId="{3FE70F9E-F76B-40E4-B805-60548735FCD5}">
      <dgm:prSet/>
      <dgm:spPr/>
      <dgm:t>
        <a:bodyPr/>
        <a:lstStyle/>
        <a:p>
          <a:endParaRPr lang="en-US"/>
        </a:p>
      </dgm:t>
    </dgm:pt>
    <dgm:pt modelId="{A25C61CF-1FB1-4CD9-9D0A-DD8172E76F0E}" type="sibTrans" cxnId="{3FE70F9E-F76B-40E4-B805-60548735FCD5}">
      <dgm:prSet/>
      <dgm:spPr/>
      <dgm:t>
        <a:bodyPr/>
        <a:lstStyle/>
        <a:p>
          <a:endParaRPr lang="en-US"/>
        </a:p>
      </dgm:t>
    </dgm:pt>
    <dgm:pt modelId="{58028F9A-F3EF-453C-B90E-90CB6B9FA233}">
      <dgm:prSet phldrT="[Text]" custT="1"/>
      <dgm:spPr/>
      <dgm:t>
        <a:bodyPr/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err="1"/>
            <a:t>Müsahibə</a:t>
          </a:r>
          <a:r>
            <a:rPr lang="en-US" sz="1200" kern="1200" dirty="0"/>
            <a:t> </a:t>
          </a:r>
          <a:r>
            <a:rPr lang="en-US" sz="1200" kern="1200" dirty="0" err="1"/>
            <a:t>prosesi</a:t>
          </a:r>
          <a:r>
            <a:rPr lang="en-US" sz="1200" kern="1200" dirty="0"/>
            <a:t> </a:t>
          </a:r>
          <a:r>
            <a:rPr lang="en-US" sz="1200" kern="1200" dirty="0" err="1"/>
            <a:t>əməkdaşın</a:t>
          </a:r>
          <a:r>
            <a:rPr lang="en-US" sz="1200" kern="1200" dirty="0"/>
            <a:t> </a:t>
          </a:r>
          <a:r>
            <a:rPr lang="en-US" sz="1200" kern="1200" dirty="0" err="1"/>
            <a:t>vakansiyaya</a:t>
          </a:r>
          <a:r>
            <a:rPr lang="en-US" sz="1200" kern="1200" dirty="0"/>
            <a:t> </a:t>
          </a:r>
          <a:r>
            <a:rPr lang="en-US" sz="1200" kern="1200" dirty="0" err="1"/>
            <a:t>uyğunluğunun</a:t>
          </a:r>
          <a:r>
            <a:rPr lang="en-US" sz="1200" kern="1200" dirty="0"/>
            <a:t>, </a:t>
          </a:r>
          <a:r>
            <a:rPr lang="en-US" sz="1200" kern="1200" dirty="0" err="1"/>
            <a:t>peşəkar</a:t>
          </a:r>
          <a:r>
            <a:rPr lang="en-US" sz="1200" kern="1200" dirty="0"/>
            <a:t> </a:t>
          </a:r>
          <a:r>
            <a:rPr lang="en-US" sz="1200" kern="1200" dirty="0" err="1"/>
            <a:t>bilik</a:t>
          </a:r>
          <a:r>
            <a:rPr lang="en-US" sz="1200" kern="1200" dirty="0"/>
            <a:t> </a:t>
          </a:r>
          <a:r>
            <a:rPr lang="en-US" sz="1200" kern="1200" dirty="0" err="1"/>
            <a:t>və</a:t>
          </a:r>
          <a:r>
            <a:rPr lang="en-US" sz="1200" kern="1200" dirty="0"/>
            <a:t> </a:t>
          </a:r>
          <a:r>
            <a:rPr lang="en-US" sz="1200" kern="1200" dirty="0" err="1"/>
            <a:t>bacarıqlarının</a:t>
          </a:r>
          <a:r>
            <a:rPr lang="en-US" sz="1200" kern="1200" dirty="0"/>
            <a:t> </a:t>
          </a:r>
          <a:r>
            <a:rPr lang="en-US" sz="1200" kern="1200" dirty="0" err="1"/>
            <a:t>qiymətləndirilməsi</a:t>
          </a:r>
          <a:r>
            <a:rPr lang="en-US" sz="1200" kern="1200" dirty="0"/>
            <a:t> </a:t>
          </a:r>
          <a:r>
            <a:rPr lang="en-US" sz="1200" kern="1200" dirty="0" err="1"/>
            <a:t>məqsədilə</a:t>
          </a:r>
          <a:r>
            <a:rPr lang="en-US" sz="1200" kern="1200" dirty="0"/>
            <a:t> </a:t>
          </a:r>
          <a:r>
            <a:rPr lang="en-US" sz="1200" kern="1200" dirty="0" err="1"/>
            <a:t>mərhələli</a:t>
          </a:r>
          <a:r>
            <a:rPr lang="en-US" sz="1200" kern="1200" dirty="0"/>
            <a:t> </a:t>
          </a:r>
          <a:r>
            <a:rPr lang="en-US" sz="1200" kern="1200" dirty="0" err="1"/>
            <a:t>şəkildə</a:t>
          </a:r>
          <a:r>
            <a:rPr lang="en-US" sz="1200" kern="1200" dirty="0"/>
            <a:t> </a:t>
          </a:r>
          <a:r>
            <a:rPr lang="en-US" sz="1200" kern="1200" dirty="0" err="1"/>
            <a:t>həyata</a:t>
          </a:r>
          <a:r>
            <a:rPr lang="en-US" sz="1200" kern="1200" dirty="0"/>
            <a:t> </a:t>
          </a:r>
          <a:r>
            <a:rPr lang="en-US" sz="1200" kern="1200" dirty="0" err="1"/>
            <a:t>keçirilir</a:t>
          </a:r>
          <a:r>
            <a:rPr lang="en-US" sz="1200" kern="1200" dirty="0"/>
            <a:t>. </a:t>
          </a:r>
          <a:r>
            <a:rPr lang="az-Latn-AZ" sz="1200" kern="1200" dirty="0"/>
            <a:t>Müsahibə prosesi və geri dönüşlər daxili prosedur qaydalarına əsasən aparılır.</a:t>
          </a:r>
          <a:endParaRPr lang="en-US" sz="1200" kern="1200" dirty="0">
            <a:latin typeface="Calibri" panose="020F0502020204030204"/>
            <a:ea typeface="+mn-ea"/>
            <a:cs typeface="+mn-cs"/>
          </a:endParaRPr>
        </a:p>
      </dgm:t>
    </dgm:pt>
    <dgm:pt modelId="{B166CA43-7861-49DC-89B1-BBEB33645108}" type="sibTrans" cxnId="{ABBE7962-B7F3-43CF-ADD0-D32FDA0A0A4F}">
      <dgm:prSet/>
      <dgm:spPr/>
      <dgm:t>
        <a:bodyPr/>
        <a:lstStyle/>
        <a:p>
          <a:endParaRPr lang="en-US"/>
        </a:p>
      </dgm:t>
    </dgm:pt>
    <dgm:pt modelId="{F4AF8253-ACC0-4D4E-8ECA-5A5DC1BE2720}" type="parTrans" cxnId="{ABBE7962-B7F3-43CF-ADD0-D32FDA0A0A4F}">
      <dgm:prSet/>
      <dgm:spPr/>
      <dgm:t>
        <a:bodyPr/>
        <a:lstStyle/>
        <a:p>
          <a:endParaRPr lang="en-US"/>
        </a:p>
      </dgm:t>
    </dgm:pt>
    <dgm:pt modelId="{BE9C770E-53D6-4F4B-A269-BC5D841BFA52}">
      <dgm:prSet custT="1"/>
      <dgm:spPr/>
      <dgm:t>
        <a:bodyPr spcFirstLastPara="0" vert="horz" wrap="square" lIns="259740" tIns="0" rIns="259740" bIns="0" numCol="1" spcCol="1270" anchor="ctr" anchorCtr="0"/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u="none" kern="1200" dirty="0">
              <a:latin typeface="Calibri" panose="020F0502020204030204"/>
              <a:ea typeface="+mn-ea"/>
              <a:cs typeface="+mn-cs"/>
            </a:rPr>
            <a:t>“ABB” ASC-</a:t>
          </a:r>
          <a:r>
            <a:rPr lang="en-US" sz="1200" b="0" i="0" u="none" kern="1200" dirty="0" err="1">
              <a:latin typeface="Calibri" panose="020F0502020204030204"/>
              <a:ea typeface="+mn-ea"/>
              <a:cs typeface="+mn-cs"/>
            </a:rPr>
            <a:t>də</a:t>
          </a:r>
          <a:r>
            <a:rPr lang="en-US" sz="1200" b="0" i="0" u="none" kern="1200" dirty="0">
              <a:latin typeface="Calibri" panose="020F0502020204030204"/>
              <a:ea typeface="+mn-ea"/>
              <a:cs typeface="+mn-cs"/>
            </a:rPr>
            <a:t> </a:t>
          </a:r>
          <a:r>
            <a:rPr lang="en-US" sz="1200" b="0" i="0" u="none" kern="1200" dirty="0" err="1">
              <a:latin typeface="Calibri" panose="020F0502020204030204"/>
              <a:ea typeface="+mn-ea"/>
              <a:cs typeface="+mn-cs"/>
            </a:rPr>
            <a:t>ümumi</a:t>
          </a:r>
          <a:r>
            <a:rPr lang="en-US" sz="1200" b="0" i="0" u="none" kern="1200" dirty="0">
              <a:latin typeface="Calibri" panose="020F0502020204030204"/>
              <a:ea typeface="+mn-ea"/>
              <a:cs typeface="+mn-cs"/>
            </a:rPr>
            <a:t> </a:t>
          </a:r>
          <a:r>
            <a:rPr lang="en-US" sz="1200" b="0" i="0" u="none" kern="1200" dirty="0" err="1">
              <a:latin typeface="Calibri" panose="020F0502020204030204"/>
              <a:ea typeface="+mn-ea"/>
              <a:cs typeface="+mn-cs"/>
            </a:rPr>
            <a:t>iş</a:t>
          </a:r>
          <a:r>
            <a:rPr lang="en-US" sz="1200" b="0" i="0" u="none" kern="1200" dirty="0">
              <a:latin typeface="Calibri" panose="020F0502020204030204"/>
              <a:ea typeface="+mn-ea"/>
              <a:cs typeface="+mn-cs"/>
            </a:rPr>
            <a:t> </a:t>
          </a:r>
          <a:r>
            <a:rPr lang="en-US" sz="1200" b="0" i="0" u="none" kern="1200" dirty="0" err="1">
              <a:latin typeface="Calibri" panose="020F0502020204030204"/>
              <a:ea typeface="+mn-ea"/>
              <a:cs typeface="+mn-cs"/>
            </a:rPr>
            <a:t>təcrübəniz</a:t>
          </a:r>
          <a:r>
            <a:rPr lang="en-US" sz="1200" b="0" i="0" u="none" kern="1200" dirty="0">
              <a:latin typeface="Calibri" panose="020F0502020204030204"/>
              <a:ea typeface="+mn-ea"/>
              <a:cs typeface="+mn-cs"/>
            </a:rPr>
            <a:t> 2 </a:t>
          </a:r>
          <a:r>
            <a:rPr lang="en-US" sz="1200" b="0" i="0" u="none" kern="1200" dirty="0" err="1">
              <a:latin typeface="Calibri" panose="020F0502020204030204"/>
              <a:ea typeface="+mn-ea"/>
              <a:cs typeface="+mn-cs"/>
            </a:rPr>
            <a:t>ildən</a:t>
          </a:r>
          <a:r>
            <a:rPr lang="en-US" sz="1200" b="0" i="0" u="none" kern="1200" dirty="0">
              <a:latin typeface="Calibri" panose="020F0502020204030204"/>
              <a:ea typeface="+mn-ea"/>
              <a:cs typeface="+mn-cs"/>
            </a:rPr>
            <a:t> </a:t>
          </a:r>
          <a:r>
            <a:rPr lang="en-US" sz="1200" b="0" i="0" u="none" kern="1200" dirty="0" err="1">
              <a:latin typeface="Calibri" panose="020F0502020204030204"/>
              <a:ea typeface="+mn-ea"/>
              <a:cs typeface="+mn-cs"/>
            </a:rPr>
            <a:t>az</a:t>
          </a:r>
          <a:r>
            <a:rPr lang="en-US" sz="1200" b="0" i="0" u="none" kern="1200" dirty="0">
              <a:latin typeface="Calibri" panose="020F0502020204030204"/>
              <a:ea typeface="+mn-ea"/>
              <a:cs typeface="+mn-cs"/>
            </a:rPr>
            <a:t> </a:t>
          </a:r>
          <a:r>
            <a:rPr lang="en-US" sz="1200" b="0" i="0" u="none" kern="1200" dirty="0" err="1">
              <a:latin typeface="Calibri" panose="020F0502020204030204"/>
              <a:ea typeface="+mn-ea"/>
              <a:cs typeface="+mn-cs"/>
            </a:rPr>
            <a:t>olduğu</a:t>
          </a:r>
          <a:r>
            <a:rPr lang="en-US" sz="1200" b="0" i="0" u="none" kern="1200" dirty="0">
              <a:latin typeface="Calibri" panose="020F0502020204030204"/>
              <a:ea typeface="+mn-ea"/>
              <a:cs typeface="+mn-cs"/>
            </a:rPr>
            <a:t> </a:t>
          </a:r>
          <a:r>
            <a:rPr lang="en-US" sz="1200" b="0" i="0" u="none" kern="1200" dirty="0" err="1">
              <a:latin typeface="Calibri" panose="020F0502020204030204"/>
              <a:ea typeface="+mn-ea"/>
              <a:cs typeface="+mn-cs"/>
            </a:rPr>
            <a:t>təqdirdə</a:t>
          </a:r>
          <a:r>
            <a:rPr lang="en-US" sz="1200" b="0" i="0" u="none" kern="1200" dirty="0">
              <a:latin typeface="Calibri" panose="020F0502020204030204"/>
              <a:ea typeface="+mn-ea"/>
              <a:cs typeface="+mn-cs"/>
            </a:rPr>
            <a:t>, </a:t>
          </a:r>
          <a:r>
            <a:rPr lang="en-US" sz="1200" b="0" i="0" u="none" kern="1200" dirty="0" err="1">
              <a:latin typeface="Calibri" panose="020F0502020204030204"/>
              <a:ea typeface="+mn-ea"/>
              <a:cs typeface="+mn-cs"/>
            </a:rPr>
            <a:t>daxili</a:t>
          </a:r>
          <a:r>
            <a:rPr lang="en-US" sz="1200" b="0" i="0" u="none" kern="1200" dirty="0">
              <a:latin typeface="Calibri" panose="020F0502020204030204"/>
              <a:ea typeface="+mn-ea"/>
              <a:cs typeface="+mn-cs"/>
            </a:rPr>
            <a:t> </a:t>
          </a:r>
          <a:r>
            <a:rPr lang="en-US" sz="1200" b="0" i="0" u="none" kern="1200" dirty="0" err="1">
              <a:latin typeface="Calibri" panose="020F0502020204030204"/>
              <a:ea typeface="+mn-ea"/>
              <a:cs typeface="+mn-cs"/>
            </a:rPr>
            <a:t>vakansiyalara</a:t>
          </a:r>
          <a:r>
            <a:rPr lang="en-US" sz="1200" b="0" i="0" u="none" kern="1200" dirty="0">
              <a:latin typeface="Calibri" panose="020F0502020204030204"/>
              <a:ea typeface="+mn-ea"/>
              <a:cs typeface="+mn-cs"/>
            </a:rPr>
            <a:t> </a:t>
          </a:r>
          <a:r>
            <a:rPr lang="en-US" sz="1200" b="0" i="0" u="none" kern="1200" dirty="0" err="1">
              <a:latin typeface="Calibri" panose="020F0502020204030204"/>
              <a:ea typeface="+mn-ea"/>
              <a:cs typeface="+mn-cs"/>
            </a:rPr>
            <a:t>müraciət</a:t>
          </a:r>
          <a:r>
            <a:rPr lang="en-US" sz="1200" b="0" i="0" u="none" kern="1200" dirty="0">
              <a:latin typeface="Calibri" panose="020F0502020204030204"/>
              <a:ea typeface="+mn-ea"/>
              <a:cs typeface="+mn-cs"/>
            </a:rPr>
            <a:t> </a:t>
          </a:r>
          <a:r>
            <a:rPr lang="en-US" sz="1200" b="0" i="0" u="none" kern="1200" dirty="0" err="1">
              <a:latin typeface="Calibri" panose="020F0502020204030204"/>
              <a:ea typeface="+mn-ea"/>
              <a:cs typeface="+mn-cs"/>
            </a:rPr>
            <a:t>etməzdən</a:t>
          </a:r>
          <a:r>
            <a:rPr lang="en-US" sz="1200" b="0" i="0" u="none" kern="1200" dirty="0">
              <a:latin typeface="Calibri" panose="020F0502020204030204"/>
              <a:ea typeface="+mn-ea"/>
              <a:cs typeface="+mn-cs"/>
            </a:rPr>
            <a:t> </a:t>
          </a:r>
          <a:r>
            <a:rPr lang="az-Latn-AZ" sz="1200" b="0" i="0" u="none" kern="1200" dirty="0">
              <a:latin typeface="Calibri" panose="020F0502020204030204"/>
              <a:ea typeface="+mn-ea"/>
              <a:cs typeface="+mn-cs"/>
            </a:rPr>
            <a:t>öncə</a:t>
          </a:r>
          <a:r>
            <a:rPr lang="en-US" sz="1200" b="0" i="0" u="none" kern="1200" dirty="0">
              <a:latin typeface="Calibri" panose="020F0502020204030204"/>
              <a:ea typeface="+mn-ea"/>
              <a:cs typeface="+mn-cs"/>
            </a:rPr>
            <a:t> </a:t>
          </a:r>
          <a:r>
            <a:rPr lang="en-US" sz="1200" b="0" i="0" u="none" kern="1200" dirty="0" err="1">
              <a:latin typeface="Calibri" panose="020F0502020204030204"/>
              <a:ea typeface="+mn-ea"/>
              <a:cs typeface="+mn-cs"/>
            </a:rPr>
            <a:t>rəhbərinizi</a:t>
          </a:r>
          <a:r>
            <a:rPr lang="en-US" sz="1200" b="0" i="0" u="none" kern="1200" dirty="0">
              <a:latin typeface="Calibri" panose="020F0502020204030204"/>
              <a:ea typeface="+mn-ea"/>
              <a:cs typeface="+mn-cs"/>
            </a:rPr>
            <a:t> </a:t>
          </a:r>
          <a:r>
            <a:rPr lang="en-US" sz="1200" b="0" i="0" u="none" kern="1200" dirty="0" err="1">
              <a:latin typeface="Calibri" panose="020F0502020204030204"/>
              <a:ea typeface="+mn-ea"/>
              <a:cs typeface="+mn-cs"/>
            </a:rPr>
            <a:t>mütləq</a:t>
          </a:r>
          <a:r>
            <a:rPr lang="en-US" sz="1200" b="0" i="0" u="none" kern="1200" dirty="0">
              <a:latin typeface="Calibri" panose="020F0502020204030204"/>
              <a:ea typeface="+mn-ea"/>
              <a:cs typeface="+mn-cs"/>
            </a:rPr>
            <a:t> </a:t>
          </a:r>
          <a:r>
            <a:rPr lang="en-US" sz="1200" b="0" i="0" u="none" kern="1200" dirty="0" err="1">
              <a:latin typeface="Calibri" panose="020F0502020204030204"/>
              <a:ea typeface="+mn-ea"/>
              <a:cs typeface="+mn-cs"/>
            </a:rPr>
            <a:t>şəkildə</a:t>
          </a:r>
          <a:r>
            <a:rPr lang="en-US" sz="1200" b="0" i="0" u="none" kern="1200" dirty="0">
              <a:latin typeface="Calibri" panose="020F0502020204030204"/>
              <a:ea typeface="+mn-ea"/>
              <a:cs typeface="+mn-cs"/>
            </a:rPr>
            <a:t> </a:t>
          </a:r>
          <a:r>
            <a:rPr lang="en-US" sz="1200" b="0" i="0" u="none" kern="1200" dirty="0" err="1">
              <a:latin typeface="Calibri" panose="020F0502020204030204"/>
              <a:ea typeface="+mn-ea"/>
              <a:cs typeface="+mn-cs"/>
            </a:rPr>
            <a:t>məlumatlandırmağınız</a:t>
          </a:r>
          <a:r>
            <a:rPr lang="az-Latn-AZ" sz="1200" b="0" i="0" u="none" kern="1200" dirty="0">
              <a:latin typeface="Calibri" panose="020F0502020204030204"/>
              <a:ea typeface="+mn-ea"/>
              <a:cs typeface="+mn-cs"/>
            </a:rPr>
            <a:t> xahiş olunur</a:t>
          </a:r>
          <a:r>
            <a:rPr lang="en-US" sz="1200" b="0" i="0" u="none" kern="1200" dirty="0">
              <a:latin typeface="Calibri" panose="020F0502020204030204"/>
              <a:ea typeface="+mn-ea"/>
              <a:cs typeface="+mn-cs"/>
            </a:rPr>
            <a:t>.</a:t>
          </a:r>
        </a:p>
      </dgm:t>
    </dgm:pt>
    <dgm:pt modelId="{283FE459-7FDB-40A3-90DC-9ED362AF10FA}" type="parTrans" cxnId="{34542236-108A-42EB-ACCE-5E0A3F5B1BE1}">
      <dgm:prSet/>
      <dgm:spPr/>
      <dgm:t>
        <a:bodyPr/>
        <a:lstStyle/>
        <a:p>
          <a:endParaRPr lang="en-US"/>
        </a:p>
      </dgm:t>
    </dgm:pt>
    <dgm:pt modelId="{26FF249E-A721-407D-88C6-30F2D374215C}" type="sibTrans" cxnId="{34542236-108A-42EB-ACCE-5E0A3F5B1BE1}">
      <dgm:prSet/>
      <dgm:spPr/>
      <dgm:t>
        <a:bodyPr/>
        <a:lstStyle/>
        <a:p>
          <a:endParaRPr lang="en-US"/>
        </a:p>
      </dgm:t>
    </dgm:pt>
    <dgm:pt modelId="{49EFED49-C5C3-4E38-93F6-F687B4F72D04}">
      <dgm:prSet phldrT="[Text]" custT="1"/>
      <dgm:spPr/>
      <dgm:t>
        <a:bodyPr/>
        <a:lstStyle/>
        <a:p>
          <a:r>
            <a:rPr lang="en-US" sz="1200" dirty="0" err="1"/>
            <a:t>Daxili</a:t>
          </a:r>
          <a:r>
            <a:rPr lang="en-US" sz="1200" dirty="0"/>
            <a:t> </a:t>
          </a:r>
          <a:r>
            <a:rPr lang="en-US" sz="1200" dirty="0" err="1"/>
            <a:t>keçid</a:t>
          </a:r>
          <a:r>
            <a:rPr lang="en-US" sz="1200" dirty="0"/>
            <a:t> </a:t>
          </a:r>
          <a:r>
            <a:rPr lang="en-US" sz="1200" dirty="0" err="1"/>
            <a:t>zamanı</a:t>
          </a:r>
          <a:r>
            <a:rPr lang="en-US" sz="1200" dirty="0"/>
            <a:t> </a:t>
          </a:r>
          <a:r>
            <a:rPr lang="en-US" sz="1200" dirty="0" err="1"/>
            <a:t>əmək</a:t>
          </a:r>
          <a:r>
            <a:rPr lang="en-US" sz="1200" dirty="0"/>
            <a:t> </a:t>
          </a:r>
          <a:r>
            <a:rPr lang="en-US" sz="1200" dirty="0" err="1"/>
            <a:t>haqqı</a:t>
          </a:r>
          <a:r>
            <a:rPr lang="en-US" sz="1200" dirty="0"/>
            <a:t> </a:t>
          </a:r>
          <a:r>
            <a:rPr lang="en-US" sz="1200" dirty="0" err="1"/>
            <a:t>mövcud</a:t>
          </a:r>
          <a:r>
            <a:rPr lang="en-US" sz="1200" dirty="0"/>
            <a:t> </a:t>
          </a:r>
          <a:r>
            <a:rPr lang="en-US" sz="1200" dirty="0" err="1"/>
            <a:t>qaydada</a:t>
          </a:r>
          <a:r>
            <a:rPr lang="en-US" sz="1200" dirty="0"/>
            <a:t> </a:t>
          </a:r>
          <a:r>
            <a:rPr lang="en-US" sz="1200" dirty="0" err="1"/>
            <a:t>saxlanılır</a:t>
          </a:r>
          <a:r>
            <a:rPr lang="en-US" sz="1200" dirty="0"/>
            <a:t>. </a:t>
          </a:r>
          <a:r>
            <a:rPr lang="en-US" sz="1200" dirty="0" err="1"/>
            <a:t>Keçid</a:t>
          </a:r>
          <a:r>
            <a:rPr lang="en-US" sz="1200" dirty="0"/>
            <a:t> </a:t>
          </a:r>
          <a:r>
            <a:rPr lang="en-US" sz="1200" dirty="0" err="1"/>
            <a:t>edilən</a:t>
          </a:r>
          <a:r>
            <a:rPr lang="en-US" sz="1200" dirty="0"/>
            <a:t> </a:t>
          </a:r>
          <a:r>
            <a:rPr lang="en-US" sz="1200" dirty="0" err="1"/>
            <a:t>strukturun</a:t>
          </a:r>
          <a:r>
            <a:rPr lang="en-US" sz="1200" dirty="0"/>
            <a:t> </a:t>
          </a:r>
          <a:r>
            <a:rPr lang="en-US" sz="1200" dirty="0" err="1"/>
            <a:t>fəaliyyət</a:t>
          </a:r>
          <a:r>
            <a:rPr lang="en-US" sz="1200" dirty="0"/>
            <a:t> </a:t>
          </a:r>
          <a:r>
            <a:rPr lang="en-US" sz="1200" dirty="0" err="1"/>
            <a:t>istiqaməti</a:t>
          </a:r>
          <a:r>
            <a:rPr lang="en-US" sz="1200" dirty="0"/>
            <a:t> </a:t>
          </a:r>
          <a:r>
            <a:rPr lang="en-US" sz="1200" dirty="0" err="1"/>
            <a:t>və</a:t>
          </a:r>
          <a:r>
            <a:rPr lang="en-US" sz="1200" dirty="0"/>
            <a:t> </a:t>
          </a:r>
          <a:r>
            <a:rPr lang="en-US" sz="1200" dirty="0" err="1"/>
            <a:t>vəzifə</a:t>
          </a:r>
          <a:r>
            <a:rPr lang="en-US" sz="1200" dirty="0"/>
            <a:t> </a:t>
          </a:r>
          <a:r>
            <a:rPr lang="en-US" sz="1200" dirty="0" err="1"/>
            <a:t>tələblərindən</a:t>
          </a:r>
          <a:r>
            <a:rPr lang="en-US" sz="1200" dirty="0"/>
            <a:t> </a:t>
          </a:r>
          <a:r>
            <a:rPr lang="en-US" sz="1200" dirty="0" err="1"/>
            <a:t>asılı</a:t>
          </a:r>
          <a:r>
            <a:rPr lang="en-US" sz="1200" dirty="0"/>
            <a:t> </a:t>
          </a:r>
          <a:r>
            <a:rPr lang="en-US" sz="1200" dirty="0" err="1"/>
            <a:t>olaraq</a:t>
          </a:r>
          <a:r>
            <a:rPr lang="en-US" sz="1200" dirty="0"/>
            <a:t> </a:t>
          </a:r>
          <a:r>
            <a:rPr lang="en-US" sz="1200" dirty="0" err="1"/>
            <a:t>vəzifə</a:t>
          </a:r>
          <a:r>
            <a:rPr lang="en-US" sz="1200" dirty="0"/>
            <a:t> </a:t>
          </a:r>
          <a:r>
            <a:rPr lang="en-US" sz="1200" dirty="0" err="1"/>
            <a:t>dərəcəsində</a:t>
          </a:r>
          <a:r>
            <a:rPr lang="en-US" sz="1200" dirty="0"/>
            <a:t> </a:t>
          </a:r>
          <a:r>
            <a:rPr lang="en-US" sz="1200" dirty="0" err="1"/>
            <a:t>bir</a:t>
          </a:r>
          <a:r>
            <a:rPr lang="en-US" sz="1200" dirty="0"/>
            <a:t> </a:t>
          </a:r>
          <a:r>
            <a:rPr lang="en-US" sz="1200" dirty="0" err="1"/>
            <a:t>və</a:t>
          </a:r>
          <a:r>
            <a:rPr lang="en-US" sz="1200" dirty="0"/>
            <a:t> </a:t>
          </a:r>
          <a:r>
            <a:rPr lang="en-US" sz="1200" dirty="0" err="1"/>
            <a:t>ya</a:t>
          </a:r>
          <a:r>
            <a:rPr lang="en-US" sz="1200" dirty="0"/>
            <a:t> </a:t>
          </a:r>
          <a:r>
            <a:rPr lang="en-US" sz="1200" dirty="0" err="1"/>
            <a:t>iki</a:t>
          </a:r>
          <a:r>
            <a:rPr lang="en-US" sz="1200" dirty="0"/>
            <a:t> </a:t>
          </a:r>
          <a:r>
            <a:rPr lang="en-US" sz="1200" dirty="0" err="1"/>
            <a:t>pilləlik</a:t>
          </a:r>
          <a:r>
            <a:rPr lang="en-US" sz="1200" dirty="0"/>
            <a:t> </a:t>
          </a:r>
          <a:r>
            <a:rPr lang="en-US" sz="1200" dirty="0" err="1"/>
            <a:t>dəyişiklik</a:t>
          </a:r>
          <a:r>
            <a:rPr lang="en-US" sz="1200" dirty="0"/>
            <a:t> </a:t>
          </a:r>
          <a:r>
            <a:rPr lang="en-US" sz="1200" dirty="0" err="1"/>
            <a:t>tətbiq</a:t>
          </a:r>
          <a:r>
            <a:rPr lang="en-US" sz="1200" dirty="0"/>
            <a:t> </a:t>
          </a:r>
          <a:r>
            <a:rPr lang="en-US" sz="1200" dirty="0" err="1"/>
            <a:t>oluna</a:t>
          </a:r>
          <a:r>
            <a:rPr lang="en-US" sz="1200" dirty="0"/>
            <a:t> </a:t>
          </a:r>
          <a:r>
            <a:rPr lang="en-US" sz="1200" dirty="0" err="1"/>
            <a:t>bilər</a:t>
          </a:r>
          <a:r>
            <a:rPr lang="en-US" sz="1200" dirty="0"/>
            <a:t>.</a:t>
          </a:r>
        </a:p>
      </dgm:t>
    </dgm:pt>
    <dgm:pt modelId="{3D536C69-30D5-40FE-B038-86DC767C668E}" type="parTrans" cxnId="{D7232565-2472-4AD3-80A9-B552C8AD42CC}">
      <dgm:prSet/>
      <dgm:spPr/>
      <dgm:t>
        <a:bodyPr/>
        <a:lstStyle/>
        <a:p>
          <a:endParaRPr lang="en-US"/>
        </a:p>
      </dgm:t>
    </dgm:pt>
    <dgm:pt modelId="{5AB10634-C2C3-4AA7-AA47-8616C158FF56}" type="sibTrans" cxnId="{D7232565-2472-4AD3-80A9-B552C8AD42CC}">
      <dgm:prSet/>
      <dgm:spPr/>
      <dgm:t>
        <a:bodyPr/>
        <a:lstStyle/>
        <a:p>
          <a:endParaRPr lang="en-US"/>
        </a:p>
      </dgm:t>
    </dgm:pt>
    <dgm:pt modelId="{84562A81-ECD5-49BD-8D29-6B7BB4343EA0}" type="pres">
      <dgm:prSet presAssocID="{4049CD66-4FE0-41BC-82A0-F7E7D9340594}" presName="linear" presStyleCnt="0">
        <dgm:presLayoutVars>
          <dgm:dir/>
          <dgm:animLvl val="lvl"/>
          <dgm:resizeHandles val="exact"/>
        </dgm:presLayoutVars>
      </dgm:prSet>
      <dgm:spPr/>
    </dgm:pt>
    <dgm:pt modelId="{6ACCEE9F-91F4-434A-BFD5-D84D2E9851A0}" type="pres">
      <dgm:prSet presAssocID="{75CEA82B-DC0A-4067-B945-EC808AE4CA9F}" presName="parentLin" presStyleCnt="0"/>
      <dgm:spPr/>
    </dgm:pt>
    <dgm:pt modelId="{6D061159-FC31-42AF-AA8C-A28DF2A08A64}" type="pres">
      <dgm:prSet presAssocID="{75CEA82B-DC0A-4067-B945-EC808AE4CA9F}" presName="parentLeftMargin" presStyleLbl="node1" presStyleIdx="0" presStyleCnt="5"/>
      <dgm:spPr/>
    </dgm:pt>
    <dgm:pt modelId="{D87C34AA-3A89-4DE7-99A5-2E7C0F2B2250}" type="pres">
      <dgm:prSet presAssocID="{75CEA82B-DC0A-4067-B945-EC808AE4CA9F}" presName="parentText" presStyleLbl="node1" presStyleIdx="0" presStyleCnt="5" custScaleY="422230">
        <dgm:presLayoutVars>
          <dgm:chMax val="0"/>
          <dgm:bulletEnabled val="1"/>
        </dgm:presLayoutVars>
      </dgm:prSet>
      <dgm:spPr/>
    </dgm:pt>
    <dgm:pt modelId="{D8FD07E3-5506-4818-A218-55D8F2987086}" type="pres">
      <dgm:prSet presAssocID="{75CEA82B-DC0A-4067-B945-EC808AE4CA9F}" presName="negativeSpace" presStyleCnt="0"/>
      <dgm:spPr/>
    </dgm:pt>
    <dgm:pt modelId="{84B8D393-3ED3-4E76-8666-BB0C63FD008A}" type="pres">
      <dgm:prSet presAssocID="{75CEA82B-DC0A-4067-B945-EC808AE4CA9F}" presName="childText" presStyleLbl="conFgAcc1" presStyleIdx="0" presStyleCnt="5">
        <dgm:presLayoutVars>
          <dgm:bulletEnabled val="1"/>
        </dgm:presLayoutVars>
      </dgm:prSet>
      <dgm:spPr/>
    </dgm:pt>
    <dgm:pt modelId="{2442DAD9-5BA6-4F0B-9211-0B405D7F0423}" type="pres">
      <dgm:prSet presAssocID="{EB9C1CAA-46C2-4981-BC84-BEAE445E6E61}" presName="spaceBetweenRectangles" presStyleCnt="0"/>
      <dgm:spPr/>
    </dgm:pt>
    <dgm:pt modelId="{5220205E-3C53-4194-BB58-EF7BD81B145A}" type="pres">
      <dgm:prSet presAssocID="{5DA1D898-D8C1-478A-9F3C-B09C1FA6F8B0}" presName="parentLin" presStyleCnt="0"/>
      <dgm:spPr/>
    </dgm:pt>
    <dgm:pt modelId="{3A73998C-C6A7-4695-9E0D-DEED8C40F6AD}" type="pres">
      <dgm:prSet presAssocID="{5DA1D898-D8C1-478A-9F3C-B09C1FA6F8B0}" presName="parentLeftMargin" presStyleLbl="node1" presStyleIdx="0" presStyleCnt="5"/>
      <dgm:spPr/>
    </dgm:pt>
    <dgm:pt modelId="{6B21EDF1-854F-464B-8FBE-FF739387A34A}" type="pres">
      <dgm:prSet presAssocID="{5DA1D898-D8C1-478A-9F3C-B09C1FA6F8B0}" presName="parentText" presStyleLbl="node1" presStyleIdx="1" presStyleCnt="5" custScaleY="420460">
        <dgm:presLayoutVars>
          <dgm:chMax val="0"/>
          <dgm:bulletEnabled val="1"/>
        </dgm:presLayoutVars>
      </dgm:prSet>
      <dgm:spPr/>
    </dgm:pt>
    <dgm:pt modelId="{3376547E-563C-4085-ABA4-0669312F73E0}" type="pres">
      <dgm:prSet presAssocID="{5DA1D898-D8C1-478A-9F3C-B09C1FA6F8B0}" presName="negativeSpace" presStyleCnt="0"/>
      <dgm:spPr/>
    </dgm:pt>
    <dgm:pt modelId="{2B0FB651-9656-40E1-87CD-8C36A3A8D382}" type="pres">
      <dgm:prSet presAssocID="{5DA1D898-D8C1-478A-9F3C-B09C1FA6F8B0}" presName="childText" presStyleLbl="conFgAcc1" presStyleIdx="1" presStyleCnt="5">
        <dgm:presLayoutVars>
          <dgm:bulletEnabled val="1"/>
        </dgm:presLayoutVars>
      </dgm:prSet>
      <dgm:spPr/>
    </dgm:pt>
    <dgm:pt modelId="{62D9065E-563D-49D0-8573-9CDBD2F75425}" type="pres">
      <dgm:prSet presAssocID="{A25C61CF-1FB1-4CD9-9D0A-DD8172E76F0E}" presName="spaceBetweenRectangles" presStyleCnt="0"/>
      <dgm:spPr/>
    </dgm:pt>
    <dgm:pt modelId="{B66C714E-1591-4CB6-AF09-27DF3867CA5F}" type="pres">
      <dgm:prSet presAssocID="{BE9C770E-53D6-4F4B-A269-BC5D841BFA52}" presName="parentLin" presStyleCnt="0"/>
      <dgm:spPr/>
    </dgm:pt>
    <dgm:pt modelId="{BF128F1D-F02C-48D3-8E3E-AC00AD3822A1}" type="pres">
      <dgm:prSet presAssocID="{BE9C770E-53D6-4F4B-A269-BC5D841BFA52}" presName="parentLeftMargin" presStyleLbl="node1" presStyleIdx="1" presStyleCnt="5"/>
      <dgm:spPr/>
    </dgm:pt>
    <dgm:pt modelId="{912063C2-080E-44D2-9F9E-DD792CD97BCA}" type="pres">
      <dgm:prSet presAssocID="{BE9C770E-53D6-4F4B-A269-BC5D841BFA52}" presName="parentText" presStyleLbl="node1" presStyleIdx="2" presStyleCnt="5" custScaleY="432382">
        <dgm:presLayoutVars>
          <dgm:chMax val="0"/>
          <dgm:bulletEnabled val="1"/>
        </dgm:presLayoutVars>
      </dgm:prSet>
      <dgm:spPr>
        <a:xfrm>
          <a:off x="490367" y="1533691"/>
          <a:ext cx="6865147" cy="659594"/>
        </a:xfrm>
        <a:prstGeom prst="roundRect">
          <a:avLst/>
        </a:prstGeom>
      </dgm:spPr>
    </dgm:pt>
    <dgm:pt modelId="{CFD23BD7-FDD8-4B98-9DB1-2DF2B6FDACAB}" type="pres">
      <dgm:prSet presAssocID="{BE9C770E-53D6-4F4B-A269-BC5D841BFA52}" presName="negativeSpace" presStyleCnt="0"/>
      <dgm:spPr/>
    </dgm:pt>
    <dgm:pt modelId="{9EA3F98E-0A0A-4085-8D13-BAB1DF6493F0}" type="pres">
      <dgm:prSet presAssocID="{BE9C770E-53D6-4F4B-A269-BC5D841BFA52}" presName="childText" presStyleLbl="conFgAcc1" presStyleIdx="2" presStyleCnt="5">
        <dgm:presLayoutVars>
          <dgm:bulletEnabled val="1"/>
        </dgm:presLayoutVars>
      </dgm:prSet>
      <dgm:spPr/>
    </dgm:pt>
    <dgm:pt modelId="{DB703D26-8294-4556-9674-9F5CE83EEC71}" type="pres">
      <dgm:prSet presAssocID="{26FF249E-A721-407D-88C6-30F2D374215C}" presName="spaceBetweenRectangles" presStyleCnt="0"/>
      <dgm:spPr/>
    </dgm:pt>
    <dgm:pt modelId="{F60EE621-FF1E-433E-8334-C462F70A061F}" type="pres">
      <dgm:prSet presAssocID="{58028F9A-F3EF-453C-B90E-90CB6B9FA233}" presName="parentLin" presStyleCnt="0"/>
      <dgm:spPr/>
    </dgm:pt>
    <dgm:pt modelId="{F662CB45-F521-46E5-97B4-FC24A6AB250C}" type="pres">
      <dgm:prSet presAssocID="{58028F9A-F3EF-453C-B90E-90CB6B9FA233}" presName="parentLeftMargin" presStyleLbl="node1" presStyleIdx="2" presStyleCnt="5" custScaleY="208659"/>
      <dgm:spPr/>
    </dgm:pt>
    <dgm:pt modelId="{3F39A234-B303-4945-8960-65BBE943B850}" type="pres">
      <dgm:prSet presAssocID="{58028F9A-F3EF-453C-B90E-90CB6B9FA233}" presName="parentText" presStyleLbl="node1" presStyleIdx="3" presStyleCnt="5" custScaleY="412289">
        <dgm:presLayoutVars>
          <dgm:chMax val="0"/>
          <dgm:bulletEnabled val="1"/>
        </dgm:presLayoutVars>
      </dgm:prSet>
      <dgm:spPr>
        <a:xfrm>
          <a:off x="490367" y="2412471"/>
          <a:ext cx="6865147" cy="588687"/>
        </a:xfrm>
        <a:prstGeom prst="roundRect">
          <a:avLst/>
        </a:prstGeom>
      </dgm:spPr>
    </dgm:pt>
    <dgm:pt modelId="{C8DC74AE-BC4E-421C-8F22-B9CCCAD97DC1}" type="pres">
      <dgm:prSet presAssocID="{58028F9A-F3EF-453C-B90E-90CB6B9FA233}" presName="negativeSpace" presStyleCnt="0"/>
      <dgm:spPr/>
    </dgm:pt>
    <dgm:pt modelId="{A60D1FED-DD86-4760-8DA9-8B31F6894D81}" type="pres">
      <dgm:prSet presAssocID="{58028F9A-F3EF-453C-B90E-90CB6B9FA233}" presName="childText" presStyleLbl="conFgAcc1" presStyleIdx="3" presStyleCnt="5">
        <dgm:presLayoutVars>
          <dgm:bulletEnabled val="1"/>
        </dgm:presLayoutVars>
      </dgm:prSet>
      <dgm:spPr/>
    </dgm:pt>
    <dgm:pt modelId="{9B798749-33CC-4FB1-8CE3-9B164EB1B4EA}" type="pres">
      <dgm:prSet presAssocID="{B166CA43-7861-49DC-89B1-BBEB33645108}" presName="spaceBetweenRectangles" presStyleCnt="0"/>
      <dgm:spPr/>
    </dgm:pt>
    <dgm:pt modelId="{F5D9822D-1B7E-4829-817B-E7A45A8EF28A}" type="pres">
      <dgm:prSet presAssocID="{49EFED49-C5C3-4E38-93F6-F687B4F72D04}" presName="parentLin" presStyleCnt="0"/>
      <dgm:spPr/>
    </dgm:pt>
    <dgm:pt modelId="{4F076FC4-9916-441A-8831-376C3F453B6B}" type="pres">
      <dgm:prSet presAssocID="{49EFED49-C5C3-4E38-93F6-F687B4F72D04}" presName="parentLeftMargin" presStyleLbl="node1" presStyleIdx="3" presStyleCnt="5" custScaleY="290643"/>
      <dgm:spPr/>
    </dgm:pt>
    <dgm:pt modelId="{C49737F3-966E-44F9-899C-AF5E6DBE3DF7}" type="pres">
      <dgm:prSet presAssocID="{49EFED49-C5C3-4E38-93F6-F687B4F72D04}" presName="parentText" presStyleLbl="node1" presStyleIdx="4" presStyleCnt="5" custScaleY="366570">
        <dgm:presLayoutVars>
          <dgm:chMax val="0"/>
          <dgm:bulletEnabled val="1"/>
        </dgm:presLayoutVars>
      </dgm:prSet>
      <dgm:spPr/>
    </dgm:pt>
    <dgm:pt modelId="{03EA568F-1B5B-42C8-A0C8-940307BF50D8}" type="pres">
      <dgm:prSet presAssocID="{49EFED49-C5C3-4E38-93F6-F687B4F72D04}" presName="negativeSpace" presStyleCnt="0"/>
      <dgm:spPr/>
    </dgm:pt>
    <dgm:pt modelId="{402D43FD-2FF5-4B5B-AE0C-22078672CA61}" type="pres">
      <dgm:prSet presAssocID="{49EFED49-C5C3-4E38-93F6-F687B4F72D04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BF40D817-F658-4664-AFA1-876F752BCDD5}" type="presOf" srcId="{49EFED49-C5C3-4E38-93F6-F687B4F72D04}" destId="{C49737F3-966E-44F9-899C-AF5E6DBE3DF7}" srcOrd="1" destOrd="0" presId="urn:microsoft.com/office/officeart/2005/8/layout/list1#1"/>
    <dgm:cxn modelId="{F1E5FA2A-B210-493C-8B96-D916BF7151E4}" type="presOf" srcId="{75CEA82B-DC0A-4067-B945-EC808AE4CA9F}" destId="{D87C34AA-3A89-4DE7-99A5-2E7C0F2B2250}" srcOrd="1" destOrd="0" presId="urn:microsoft.com/office/officeart/2005/8/layout/list1#1"/>
    <dgm:cxn modelId="{3B045B2D-690C-4BE1-8426-E10ACA8F7E87}" type="presOf" srcId="{75CEA82B-DC0A-4067-B945-EC808AE4CA9F}" destId="{6D061159-FC31-42AF-AA8C-A28DF2A08A64}" srcOrd="0" destOrd="0" presId="urn:microsoft.com/office/officeart/2005/8/layout/list1#1"/>
    <dgm:cxn modelId="{34542236-108A-42EB-ACCE-5E0A3F5B1BE1}" srcId="{4049CD66-4FE0-41BC-82A0-F7E7D9340594}" destId="{BE9C770E-53D6-4F4B-A269-BC5D841BFA52}" srcOrd="2" destOrd="0" parTransId="{283FE459-7FDB-40A3-90DC-9ED362AF10FA}" sibTransId="{26FF249E-A721-407D-88C6-30F2D374215C}"/>
    <dgm:cxn modelId="{ABBE7962-B7F3-43CF-ADD0-D32FDA0A0A4F}" srcId="{4049CD66-4FE0-41BC-82A0-F7E7D9340594}" destId="{58028F9A-F3EF-453C-B90E-90CB6B9FA233}" srcOrd="3" destOrd="0" parTransId="{F4AF8253-ACC0-4D4E-8ECA-5A5DC1BE2720}" sibTransId="{B166CA43-7861-49DC-89B1-BBEB33645108}"/>
    <dgm:cxn modelId="{D7232565-2472-4AD3-80A9-B552C8AD42CC}" srcId="{4049CD66-4FE0-41BC-82A0-F7E7D9340594}" destId="{49EFED49-C5C3-4E38-93F6-F687B4F72D04}" srcOrd="4" destOrd="0" parTransId="{3D536C69-30D5-40FE-B038-86DC767C668E}" sibTransId="{5AB10634-C2C3-4AA7-AA47-8616C158FF56}"/>
    <dgm:cxn modelId="{5C7F1D4A-2F12-4B76-AB46-A25A78253507}" type="presOf" srcId="{5DA1D898-D8C1-478A-9F3C-B09C1FA6F8B0}" destId="{6B21EDF1-854F-464B-8FBE-FF739387A34A}" srcOrd="1" destOrd="0" presId="urn:microsoft.com/office/officeart/2005/8/layout/list1#1"/>
    <dgm:cxn modelId="{8703DC6C-4BC6-4B9D-88D0-8E61D271CD6B}" type="presOf" srcId="{BE9C770E-53D6-4F4B-A269-BC5D841BFA52}" destId="{912063C2-080E-44D2-9F9E-DD792CD97BCA}" srcOrd="1" destOrd="0" presId="urn:microsoft.com/office/officeart/2005/8/layout/list1#1"/>
    <dgm:cxn modelId="{446B8F53-91CA-4530-BE73-37E0ABD214BC}" type="presOf" srcId="{4049CD66-4FE0-41BC-82A0-F7E7D9340594}" destId="{84562A81-ECD5-49BD-8D29-6B7BB4343EA0}" srcOrd="0" destOrd="0" presId="urn:microsoft.com/office/officeart/2005/8/layout/list1#1"/>
    <dgm:cxn modelId="{3FE70F9E-F76B-40E4-B805-60548735FCD5}" srcId="{4049CD66-4FE0-41BC-82A0-F7E7D9340594}" destId="{5DA1D898-D8C1-478A-9F3C-B09C1FA6F8B0}" srcOrd="1" destOrd="0" parTransId="{BE2863FE-CC94-40AE-BF77-2DA787EA1C25}" sibTransId="{A25C61CF-1FB1-4CD9-9D0A-DD8172E76F0E}"/>
    <dgm:cxn modelId="{DA37C6A0-25EB-4683-8B9D-3F69CEE89B6B}" type="presOf" srcId="{5DA1D898-D8C1-478A-9F3C-B09C1FA6F8B0}" destId="{3A73998C-C6A7-4695-9E0D-DEED8C40F6AD}" srcOrd="0" destOrd="0" presId="urn:microsoft.com/office/officeart/2005/8/layout/list1#1"/>
    <dgm:cxn modelId="{5AC70FAC-F12E-4480-9C07-7A883E18BDF3}" type="presOf" srcId="{58028F9A-F3EF-453C-B90E-90CB6B9FA233}" destId="{3F39A234-B303-4945-8960-65BBE943B850}" srcOrd="1" destOrd="0" presId="urn:microsoft.com/office/officeart/2005/8/layout/list1#1"/>
    <dgm:cxn modelId="{40E6A7D9-F36A-4B5E-9BE0-01D4E93640DC}" type="presOf" srcId="{BE9C770E-53D6-4F4B-A269-BC5D841BFA52}" destId="{BF128F1D-F02C-48D3-8E3E-AC00AD3822A1}" srcOrd="0" destOrd="0" presId="urn:microsoft.com/office/officeart/2005/8/layout/list1#1"/>
    <dgm:cxn modelId="{5CF412E1-9AF7-45DF-A223-5D6AEF4F8354}" type="presOf" srcId="{49EFED49-C5C3-4E38-93F6-F687B4F72D04}" destId="{4F076FC4-9916-441A-8831-376C3F453B6B}" srcOrd="0" destOrd="0" presId="urn:microsoft.com/office/officeart/2005/8/layout/list1#1"/>
    <dgm:cxn modelId="{7C2FA2E3-1228-418E-8307-D9946AC22D35}" type="presOf" srcId="{58028F9A-F3EF-453C-B90E-90CB6B9FA233}" destId="{F662CB45-F521-46E5-97B4-FC24A6AB250C}" srcOrd="0" destOrd="0" presId="urn:microsoft.com/office/officeart/2005/8/layout/list1#1"/>
    <dgm:cxn modelId="{6760BBF9-B168-4022-AD85-DD45EACCB61E}" srcId="{4049CD66-4FE0-41BC-82A0-F7E7D9340594}" destId="{75CEA82B-DC0A-4067-B945-EC808AE4CA9F}" srcOrd="0" destOrd="0" parTransId="{154C9704-DF55-4F90-BFB6-5EFA345451E5}" sibTransId="{EB9C1CAA-46C2-4981-BC84-BEAE445E6E61}"/>
    <dgm:cxn modelId="{1743743E-8889-49A9-9FFC-E4C75541CA2D}" type="presParOf" srcId="{84562A81-ECD5-49BD-8D29-6B7BB4343EA0}" destId="{6ACCEE9F-91F4-434A-BFD5-D84D2E9851A0}" srcOrd="0" destOrd="0" presId="urn:microsoft.com/office/officeart/2005/8/layout/list1#1"/>
    <dgm:cxn modelId="{31B5437B-7AB1-4FF2-9BD4-67F6890193B2}" type="presParOf" srcId="{6ACCEE9F-91F4-434A-BFD5-D84D2E9851A0}" destId="{6D061159-FC31-42AF-AA8C-A28DF2A08A64}" srcOrd="0" destOrd="0" presId="urn:microsoft.com/office/officeart/2005/8/layout/list1#1"/>
    <dgm:cxn modelId="{BD8CDE07-92A1-462A-85F7-226137730466}" type="presParOf" srcId="{6ACCEE9F-91F4-434A-BFD5-D84D2E9851A0}" destId="{D87C34AA-3A89-4DE7-99A5-2E7C0F2B2250}" srcOrd="1" destOrd="0" presId="urn:microsoft.com/office/officeart/2005/8/layout/list1#1"/>
    <dgm:cxn modelId="{32C01B08-84DB-4B5B-9174-34785AF925E1}" type="presParOf" srcId="{84562A81-ECD5-49BD-8D29-6B7BB4343EA0}" destId="{D8FD07E3-5506-4818-A218-55D8F2987086}" srcOrd="1" destOrd="0" presId="urn:microsoft.com/office/officeart/2005/8/layout/list1#1"/>
    <dgm:cxn modelId="{70B185A8-4C48-4DFA-89D9-70ED66CF72C7}" type="presParOf" srcId="{84562A81-ECD5-49BD-8D29-6B7BB4343EA0}" destId="{84B8D393-3ED3-4E76-8666-BB0C63FD008A}" srcOrd="2" destOrd="0" presId="urn:microsoft.com/office/officeart/2005/8/layout/list1#1"/>
    <dgm:cxn modelId="{2E8AF2AA-9DC1-41D2-A010-B1006FDA1842}" type="presParOf" srcId="{84562A81-ECD5-49BD-8D29-6B7BB4343EA0}" destId="{2442DAD9-5BA6-4F0B-9211-0B405D7F0423}" srcOrd="3" destOrd="0" presId="urn:microsoft.com/office/officeart/2005/8/layout/list1#1"/>
    <dgm:cxn modelId="{0F57DF71-0A8A-4664-A48D-9D94C0930775}" type="presParOf" srcId="{84562A81-ECD5-49BD-8D29-6B7BB4343EA0}" destId="{5220205E-3C53-4194-BB58-EF7BD81B145A}" srcOrd="4" destOrd="0" presId="urn:microsoft.com/office/officeart/2005/8/layout/list1#1"/>
    <dgm:cxn modelId="{5478970F-3A0D-4E03-A81E-23623593DF37}" type="presParOf" srcId="{5220205E-3C53-4194-BB58-EF7BD81B145A}" destId="{3A73998C-C6A7-4695-9E0D-DEED8C40F6AD}" srcOrd="0" destOrd="0" presId="urn:microsoft.com/office/officeart/2005/8/layout/list1#1"/>
    <dgm:cxn modelId="{788508B6-5910-4048-9BE9-1A544185DB98}" type="presParOf" srcId="{5220205E-3C53-4194-BB58-EF7BD81B145A}" destId="{6B21EDF1-854F-464B-8FBE-FF739387A34A}" srcOrd="1" destOrd="0" presId="urn:microsoft.com/office/officeart/2005/8/layout/list1#1"/>
    <dgm:cxn modelId="{4AB8F8DF-23ED-46D4-BCDB-8C9067FB87AB}" type="presParOf" srcId="{84562A81-ECD5-49BD-8D29-6B7BB4343EA0}" destId="{3376547E-563C-4085-ABA4-0669312F73E0}" srcOrd="5" destOrd="0" presId="urn:microsoft.com/office/officeart/2005/8/layout/list1#1"/>
    <dgm:cxn modelId="{E3D430AB-5400-4C7A-A483-DBBF3B5EB5EF}" type="presParOf" srcId="{84562A81-ECD5-49BD-8D29-6B7BB4343EA0}" destId="{2B0FB651-9656-40E1-87CD-8C36A3A8D382}" srcOrd="6" destOrd="0" presId="urn:microsoft.com/office/officeart/2005/8/layout/list1#1"/>
    <dgm:cxn modelId="{54F6295C-294A-48F3-B31C-124DD991F993}" type="presParOf" srcId="{84562A81-ECD5-49BD-8D29-6B7BB4343EA0}" destId="{62D9065E-563D-49D0-8573-9CDBD2F75425}" srcOrd="7" destOrd="0" presId="urn:microsoft.com/office/officeart/2005/8/layout/list1#1"/>
    <dgm:cxn modelId="{8E4F3E49-F815-4C21-8422-4CE8276DBCD6}" type="presParOf" srcId="{84562A81-ECD5-49BD-8D29-6B7BB4343EA0}" destId="{B66C714E-1591-4CB6-AF09-27DF3867CA5F}" srcOrd="8" destOrd="0" presId="urn:microsoft.com/office/officeart/2005/8/layout/list1#1"/>
    <dgm:cxn modelId="{4D269209-936B-44D1-8A48-1E146DDEFA61}" type="presParOf" srcId="{B66C714E-1591-4CB6-AF09-27DF3867CA5F}" destId="{BF128F1D-F02C-48D3-8E3E-AC00AD3822A1}" srcOrd="0" destOrd="0" presId="urn:microsoft.com/office/officeart/2005/8/layout/list1#1"/>
    <dgm:cxn modelId="{B08E4BC8-BAC5-4F8D-8DCD-558E05B612C4}" type="presParOf" srcId="{B66C714E-1591-4CB6-AF09-27DF3867CA5F}" destId="{912063C2-080E-44D2-9F9E-DD792CD97BCA}" srcOrd="1" destOrd="0" presId="urn:microsoft.com/office/officeart/2005/8/layout/list1#1"/>
    <dgm:cxn modelId="{BEAE0842-CE63-4C54-9E7B-ED90792C61D9}" type="presParOf" srcId="{84562A81-ECD5-49BD-8D29-6B7BB4343EA0}" destId="{CFD23BD7-FDD8-4B98-9DB1-2DF2B6FDACAB}" srcOrd="9" destOrd="0" presId="urn:microsoft.com/office/officeart/2005/8/layout/list1#1"/>
    <dgm:cxn modelId="{91A23766-4C9C-424E-8A9E-14F2C106F559}" type="presParOf" srcId="{84562A81-ECD5-49BD-8D29-6B7BB4343EA0}" destId="{9EA3F98E-0A0A-4085-8D13-BAB1DF6493F0}" srcOrd="10" destOrd="0" presId="urn:microsoft.com/office/officeart/2005/8/layout/list1#1"/>
    <dgm:cxn modelId="{9BF87C7A-F702-4F15-924A-F45966F04E24}" type="presParOf" srcId="{84562A81-ECD5-49BD-8D29-6B7BB4343EA0}" destId="{DB703D26-8294-4556-9674-9F5CE83EEC71}" srcOrd="11" destOrd="0" presId="urn:microsoft.com/office/officeart/2005/8/layout/list1#1"/>
    <dgm:cxn modelId="{FE5613F4-28B9-4699-815E-F1A8D8D25DFC}" type="presParOf" srcId="{84562A81-ECD5-49BD-8D29-6B7BB4343EA0}" destId="{F60EE621-FF1E-433E-8334-C462F70A061F}" srcOrd="12" destOrd="0" presId="urn:microsoft.com/office/officeart/2005/8/layout/list1#1"/>
    <dgm:cxn modelId="{FAFF5D12-FB2A-4220-8085-A0EFA80A983A}" type="presParOf" srcId="{F60EE621-FF1E-433E-8334-C462F70A061F}" destId="{F662CB45-F521-46E5-97B4-FC24A6AB250C}" srcOrd="0" destOrd="0" presId="urn:microsoft.com/office/officeart/2005/8/layout/list1#1"/>
    <dgm:cxn modelId="{37BEC4C6-1565-4F20-9800-FE5B19BFC083}" type="presParOf" srcId="{F60EE621-FF1E-433E-8334-C462F70A061F}" destId="{3F39A234-B303-4945-8960-65BBE943B850}" srcOrd="1" destOrd="0" presId="urn:microsoft.com/office/officeart/2005/8/layout/list1#1"/>
    <dgm:cxn modelId="{4D6CD7E6-5A54-40F5-B06D-D45AA66DB6FE}" type="presParOf" srcId="{84562A81-ECD5-49BD-8D29-6B7BB4343EA0}" destId="{C8DC74AE-BC4E-421C-8F22-B9CCCAD97DC1}" srcOrd="13" destOrd="0" presId="urn:microsoft.com/office/officeart/2005/8/layout/list1#1"/>
    <dgm:cxn modelId="{48764A46-2695-473B-8C60-4845E4CFFAC2}" type="presParOf" srcId="{84562A81-ECD5-49BD-8D29-6B7BB4343EA0}" destId="{A60D1FED-DD86-4760-8DA9-8B31F6894D81}" srcOrd="14" destOrd="0" presId="urn:microsoft.com/office/officeart/2005/8/layout/list1#1"/>
    <dgm:cxn modelId="{8CD46E22-1008-40BF-8951-D6E92E4D2DDF}" type="presParOf" srcId="{84562A81-ECD5-49BD-8D29-6B7BB4343EA0}" destId="{9B798749-33CC-4FB1-8CE3-9B164EB1B4EA}" srcOrd="15" destOrd="0" presId="urn:microsoft.com/office/officeart/2005/8/layout/list1#1"/>
    <dgm:cxn modelId="{9A57D93C-0AA7-4139-8882-8C17FC8A5480}" type="presParOf" srcId="{84562A81-ECD5-49BD-8D29-6B7BB4343EA0}" destId="{F5D9822D-1B7E-4829-817B-E7A45A8EF28A}" srcOrd="16" destOrd="0" presId="urn:microsoft.com/office/officeart/2005/8/layout/list1#1"/>
    <dgm:cxn modelId="{2283CAE9-DC01-4F46-BB6C-45504198317B}" type="presParOf" srcId="{F5D9822D-1B7E-4829-817B-E7A45A8EF28A}" destId="{4F076FC4-9916-441A-8831-376C3F453B6B}" srcOrd="0" destOrd="0" presId="urn:microsoft.com/office/officeart/2005/8/layout/list1#1"/>
    <dgm:cxn modelId="{71D74F68-CDE5-4B9D-A48C-227179048ADC}" type="presParOf" srcId="{F5D9822D-1B7E-4829-817B-E7A45A8EF28A}" destId="{C49737F3-966E-44F9-899C-AF5E6DBE3DF7}" srcOrd="1" destOrd="0" presId="urn:microsoft.com/office/officeart/2005/8/layout/list1#1"/>
    <dgm:cxn modelId="{15485F68-B2C9-4307-9768-3E29833AAC0E}" type="presParOf" srcId="{84562A81-ECD5-49BD-8D29-6B7BB4343EA0}" destId="{03EA568F-1B5B-42C8-A0C8-940307BF50D8}" srcOrd="17" destOrd="0" presId="urn:microsoft.com/office/officeart/2005/8/layout/list1#1"/>
    <dgm:cxn modelId="{87A419CE-68F8-4046-97D9-30BC49C3ED50}" type="presParOf" srcId="{84562A81-ECD5-49BD-8D29-6B7BB4343EA0}" destId="{402D43FD-2FF5-4B5B-AE0C-22078672CA61}" srcOrd="18" destOrd="0" presId="urn:microsoft.com/office/officeart/2005/8/layout/list1#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B8D393-3ED3-4E76-8666-BB0C63FD008A}">
      <dsp:nvSpPr>
        <dsp:cNvPr id="0" name=""/>
        <dsp:cNvSpPr/>
      </dsp:nvSpPr>
      <dsp:spPr>
        <a:xfrm>
          <a:off x="0" y="871876"/>
          <a:ext cx="10543110" cy="12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7C34AA-3A89-4DE7-99A5-2E7C0F2B2250}">
      <dsp:nvSpPr>
        <dsp:cNvPr id="0" name=""/>
        <dsp:cNvSpPr/>
      </dsp:nvSpPr>
      <dsp:spPr>
        <a:xfrm>
          <a:off x="526640" y="322465"/>
          <a:ext cx="7372969" cy="62321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8953" tIns="0" rIns="278953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Yalnız</a:t>
          </a:r>
          <a:r>
            <a:rPr lang="en-US" sz="1200" kern="1200" dirty="0"/>
            <a:t> </a:t>
          </a:r>
          <a:r>
            <a:rPr lang="en-US" sz="1200" kern="1200" dirty="0" err="1"/>
            <a:t>daxili</a:t>
          </a:r>
          <a:r>
            <a:rPr lang="en-US" sz="1200" kern="1200" dirty="0"/>
            <a:t> CV </a:t>
          </a:r>
          <a:r>
            <a:rPr lang="en-US" sz="1200" kern="1200" dirty="0" err="1"/>
            <a:t>formatında</a:t>
          </a:r>
          <a:r>
            <a:rPr lang="en-US" sz="1200" kern="1200" dirty="0"/>
            <a:t> </a:t>
          </a:r>
          <a:r>
            <a:rPr lang="en-US" sz="1200" kern="1200" dirty="0" err="1"/>
            <a:t>təqdim</a:t>
          </a:r>
          <a:r>
            <a:rPr lang="en-US" sz="1200" kern="1200" dirty="0"/>
            <a:t> </a:t>
          </a:r>
          <a:r>
            <a:rPr lang="en-US" sz="1200" kern="1200" dirty="0" err="1"/>
            <a:t>olunan</a:t>
          </a:r>
          <a:r>
            <a:rPr lang="en-US" sz="1200" kern="1200" dirty="0"/>
            <a:t> </a:t>
          </a:r>
          <a:r>
            <a:rPr lang="en-US" sz="1200" kern="1200" dirty="0" err="1"/>
            <a:t>müraciətlər</a:t>
          </a:r>
          <a:r>
            <a:rPr lang="en-US" sz="1200" kern="1200" dirty="0"/>
            <a:t> </a:t>
          </a:r>
          <a:r>
            <a:rPr lang="en-US" sz="1200" kern="1200" dirty="0" err="1"/>
            <a:t>qəbul</a:t>
          </a:r>
          <a:r>
            <a:rPr lang="en-US" sz="1200" kern="1200" dirty="0"/>
            <a:t> </a:t>
          </a:r>
          <a:r>
            <a:rPr lang="en-US" sz="1200" kern="1200" dirty="0" err="1"/>
            <a:t>edilir</a:t>
          </a:r>
          <a:r>
            <a:rPr lang="en-US" sz="1200" kern="1200" dirty="0"/>
            <a:t>.</a:t>
          </a:r>
        </a:p>
      </dsp:txBody>
      <dsp:txXfrm>
        <a:off x="557063" y="352888"/>
        <a:ext cx="7312123" cy="562365"/>
      </dsp:txXfrm>
    </dsp:sp>
    <dsp:sp modelId="{2B0FB651-9656-40E1-87CD-8C36A3A8D382}">
      <dsp:nvSpPr>
        <dsp:cNvPr id="0" name=""/>
        <dsp:cNvSpPr/>
      </dsp:nvSpPr>
      <dsp:spPr>
        <a:xfrm>
          <a:off x="0" y="1571675"/>
          <a:ext cx="10543110" cy="12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21EDF1-854F-464B-8FBE-FF739387A34A}">
      <dsp:nvSpPr>
        <dsp:cNvPr id="0" name=""/>
        <dsp:cNvSpPr/>
      </dsp:nvSpPr>
      <dsp:spPr>
        <a:xfrm>
          <a:off x="526640" y="1024876"/>
          <a:ext cx="7372969" cy="620598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8953" tIns="0" rIns="278953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u="none" kern="1200" dirty="0"/>
            <a:t>Cari </a:t>
          </a:r>
          <a:r>
            <a:rPr lang="en-US" sz="1200" b="0" i="0" u="none" kern="1200" dirty="0" err="1"/>
            <a:t>çalışdığı</a:t>
          </a:r>
          <a:r>
            <a:rPr lang="en-US" sz="1200" b="0" i="0" u="none" kern="1200" dirty="0"/>
            <a:t> </a:t>
          </a:r>
          <a:r>
            <a:rPr lang="en-US" sz="1200" b="0" i="0" u="none" kern="1200" dirty="0" err="1"/>
            <a:t>struktur</a:t>
          </a:r>
          <a:r>
            <a:rPr lang="en-US" sz="1200" b="0" i="0" u="none" kern="1200" dirty="0"/>
            <a:t> </a:t>
          </a:r>
          <a:r>
            <a:rPr lang="en-US" sz="1200" b="0" i="0" u="none" kern="1200" dirty="0" err="1"/>
            <a:t>bölmədə</a:t>
          </a:r>
          <a:r>
            <a:rPr lang="en-US" sz="1200" b="0" i="0" u="none" kern="1200" dirty="0"/>
            <a:t> </a:t>
          </a:r>
          <a:r>
            <a:rPr lang="en-US" sz="1200" b="0" i="0" u="none" kern="1200" dirty="0" err="1"/>
            <a:t>ən</a:t>
          </a:r>
          <a:r>
            <a:rPr lang="en-US" sz="1200" b="0" i="0" u="none" kern="1200" dirty="0"/>
            <a:t> </a:t>
          </a:r>
          <a:r>
            <a:rPr lang="en-US" sz="1200" b="0" i="0" u="none" kern="1200" dirty="0" err="1"/>
            <a:t>azı</a:t>
          </a:r>
          <a:r>
            <a:rPr lang="en-US" sz="1200" b="0" i="0" u="none" kern="1200" dirty="0"/>
            <a:t> 1 </a:t>
          </a:r>
          <a:r>
            <a:rPr lang="en-US" sz="1200" b="0" i="0" u="none" kern="1200" dirty="0" err="1"/>
            <a:t>il</a:t>
          </a:r>
          <a:r>
            <a:rPr lang="en-US" sz="1200" b="0" i="0" u="none" kern="1200" dirty="0"/>
            <a:t> </a:t>
          </a:r>
          <a:r>
            <a:rPr lang="en-US" sz="1200" b="0" i="0" u="none" kern="1200" dirty="0" err="1"/>
            <a:t>çalışmış</a:t>
          </a:r>
          <a:r>
            <a:rPr lang="en-US" sz="1200" b="0" i="0" u="none" kern="1200" dirty="0"/>
            <a:t> </a:t>
          </a:r>
          <a:r>
            <a:rPr lang="en-US" sz="1200" b="0" i="0" u="none" kern="1200" dirty="0" err="1"/>
            <a:t>və</a:t>
          </a:r>
          <a:r>
            <a:rPr lang="en-US" sz="1200" b="0" i="0" u="none" kern="1200" dirty="0"/>
            <a:t> son 3 ay </a:t>
          </a:r>
          <a:r>
            <a:rPr lang="en-US" sz="1200" b="0" i="0" u="none" kern="1200" dirty="0" err="1"/>
            <a:t>ərzində</a:t>
          </a:r>
          <a:r>
            <a:rPr lang="en-US" sz="1200" b="0" i="0" u="none" kern="1200" dirty="0"/>
            <a:t> </a:t>
          </a:r>
          <a:r>
            <a:rPr lang="en-US" sz="1200" b="0" i="0" u="none" kern="1200" dirty="0" err="1"/>
            <a:t>intizam</a:t>
          </a:r>
          <a:r>
            <a:rPr lang="en-US" sz="1200" b="0" i="0" u="none" kern="1200" dirty="0"/>
            <a:t> </a:t>
          </a:r>
          <a:r>
            <a:rPr lang="en-US" sz="1200" b="0" i="0" u="none" kern="1200" dirty="0" err="1"/>
            <a:t>tənbehi</a:t>
          </a:r>
          <a:r>
            <a:rPr lang="en-US" sz="1200" b="0" i="0" u="none" kern="1200" dirty="0"/>
            <a:t> (</a:t>
          </a:r>
          <a:r>
            <a:rPr lang="en-US" sz="1200" b="0" i="0" u="none" kern="1200" dirty="0" err="1"/>
            <a:t>yazılı</a:t>
          </a:r>
          <a:r>
            <a:rPr lang="en-US" sz="1200" b="0" i="0" u="none" kern="1200" dirty="0"/>
            <a:t> </a:t>
          </a:r>
          <a:r>
            <a:rPr lang="en-US" sz="1200" b="0" i="0" u="none" kern="1200" dirty="0" err="1"/>
            <a:t>xəbərdarlıq</a:t>
          </a:r>
          <a:r>
            <a:rPr lang="en-US" sz="1200" b="0" i="0" u="none" kern="1200" dirty="0"/>
            <a:t>, </a:t>
          </a:r>
          <a:r>
            <a:rPr lang="en-US" sz="1200" b="0" i="0" u="none" kern="1200" dirty="0" err="1"/>
            <a:t>töhməti</a:t>
          </a:r>
          <a:r>
            <a:rPr lang="en-US" sz="1200" b="0" i="0" u="none" kern="1200" dirty="0"/>
            <a:t>) </a:t>
          </a:r>
          <a:r>
            <a:rPr lang="en-US" sz="1200" b="0" i="0" u="none" kern="1200" dirty="0" err="1"/>
            <a:t>olmayan</a:t>
          </a:r>
          <a:r>
            <a:rPr lang="en-US" sz="1200" b="0" i="0" u="none" kern="1200" dirty="0"/>
            <a:t> </a:t>
          </a:r>
          <a:r>
            <a:rPr lang="en-US" sz="1200" b="0" i="0" u="none" kern="1200" dirty="0" err="1"/>
            <a:t>namizədləri</a:t>
          </a:r>
          <a:r>
            <a:rPr lang="az-Latn-AZ" sz="1200" b="0" i="0" u="none" kern="1200" dirty="0"/>
            <a:t>n </a:t>
          </a:r>
          <a:r>
            <a:rPr lang="en-US" sz="1200" b="0" i="0" u="none" kern="1200" dirty="0" err="1"/>
            <a:t>müraciəti</a:t>
          </a:r>
          <a:r>
            <a:rPr lang="en-US" sz="1200" b="0" i="0" u="none" kern="1200" dirty="0"/>
            <a:t> </a:t>
          </a:r>
          <a:r>
            <a:rPr lang="en-US" sz="1200" b="0" i="0" u="none" kern="1200" dirty="0" err="1"/>
            <a:t>nəzərə</a:t>
          </a:r>
          <a:r>
            <a:rPr lang="en-US" sz="1200" b="0" i="0" u="none" kern="1200" dirty="0"/>
            <a:t> </a:t>
          </a:r>
          <a:r>
            <a:rPr lang="en-US" sz="1200" b="0" i="0" u="none" kern="1200" dirty="0" err="1"/>
            <a:t>alın</a:t>
          </a:r>
          <a:r>
            <a:rPr lang="az-Latn-AZ" sz="1200" b="0" i="0" u="none" kern="1200" dirty="0"/>
            <a:t>ır</a:t>
          </a:r>
          <a:r>
            <a:rPr lang="en-US" sz="1200" b="0" i="0" u="none" kern="1200" dirty="0"/>
            <a:t>.</a:t>
          </a:r>
          <a:endParaRPr lang="en-US" sz="1200" b="0" u="none" kern="1200" dirty="0"/>
        </a:p>
      </dsp:txBody>
      <dsp:txXfrm>
        <a:off x="556935" y="1055171"/>
        <a:ext cx="7312379" cy="560008"/>
      </dsp:txXfrm>
    </dsp:sp>
    <dsp:sp modelId="{9EA3F98E-0A0A-4085-8D13-BAB1DF6493F0}">
      <dsp:nvSpPr>
        <dsp:cNvPr id="0" name=""/>
        <dsp:cNvSpPr/>
      </dsp:nvSpPr>
      <dsp:spPr>
        <a:xfrm>
          <a:off x="0" y="2289071"/>
          <a:ext cx="10543110" cy="12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2063C2-080E-44D2-9F9E-DD792CD97BCA}">
      <dsp:nvSpPr>
        <dsp:cNvPr id="0" name=""/>
        <dsp:cNvSpPr/>
      </dsp:nvSpPr>
      <dsp:spPr>
        <a:xfrm>
          <a:off x="526640" y="1724675"/>
          <a:ext cx="7372969" cy="63819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9740" tIns="0" rIns="25974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u="none" kern="1200" dirty="0">
              <a:latin typeface="Calibri" panose="020F0502020204030204"/>
              <a:ea typeface="+mn-ea"/>
              <a:cs typeface="+mn-cs"/>
            </a:rPr>
            <a:t>“ABB” ASC-</a:t>
          </a:r>
          <a:r>
            <a:rPr lang="en-US" sz="1200" b="0" i="0" u="none" kern="1200" dirty="0" err="1">
              <a:latin typeface="Calibri" panose="020F0502020204030204"/>
              <a:ea typeface="+mn-ea"/>
              <a:cs typeface="+mn-cs"/>
            </a:rPr>
            <a:t>də</a:t>
          </a:r>
          <a:r>
            <a:rPr lang="en-US" sz="1200" b="0" i="0" u="none" kern="1200" dirty="0">
              <a:latin typeface="Calibri" panose="020F0502020204030204"/>
              <a:ea typeface="+mn-ea"/>
              <a:cs typeface="+mn-cs"/>
            </a:rPr>
            <a:t> </a:t>
          </a:r>
          <a:r>
            <a:rPr lang="en-US" sz="1200" b="0" i="0" u="none" kern="1200" dirty="0" err="1">
              <a:latin typeface="Calibri" panose="020F0502020204030204"/>
              <a:ea typeface="+mn-ea"/>
              <a:cs typeface="+mn-cs"/>
            </a:rPr>
            <a:t>ümumi</a:t>
          </a:r>
          <a:r>
            <a:rPr lang="en-US" sz="1200" b="0" i="0" u="none" kern="1200" dirty="0">
              <a:latin typeface="Calibri" panose="020F0502020204030204"/>
              <a:ea typeface="+mn-ea"/>
              <a:cs typeface="+mn-cs"/>
            </a:rPr>
            <a:t> </a:t>
          </a:r>
          <a:r>
            <a:rPr lang="en-US" sz="1200" b="0" i="0" u="none" kern="1200" dirty="0" err="1">
              <a:latin typeface="Calibri" panose="020F0502020204030204"/>
              <a:ea typeface="+mn-ea"/>
              <a:cs typeface="+mn-cs"/>
            </a:rPr>
            <a:t>iş</a:t>
          </a:r>
          <a:r>
            <a:rPr lang="en-US" sz="1200" b="0" i="0" u="none" kern="1200" dirty="0">
              <a:latin typeface="Calibri" panose="020F0502020204030204"/>
              <a:ea typeface="+mn-ea"/>
              <a:cs typeface="+mn-cs"/>
            </a:rPr>
            <a:t> </a:t>
          </a:r>
          <a:r>
            <a:rPr lang="en-US" sz="1200" b="0" i="0" u="none" kern="1200" dirty="0" err="1">
              <a:latin typeface="Calibri" panose="020F0502020204030204"/>
              <a:ea typeface="+mn-ea"/>
              <a:cs typeface="+mn-cs"/>
            </a:rPr>
            <a:t>təcrübəniz</a:t>
          </a:r>
          <a:r>
            <a:rPr lang="en-US" sz="1200" b="0" i="0" u="none" kern="1200" dirty="0">
              <a:latin typeface="Calibri" panose="020F0502020204030204"/>
              <a:ea typeface="+mn-ea"/>
              <a:cs typeface="+mn-cs"/>
            </a:rPr>
            <a:t> 2 </a:t>
          </a:r>
          <a:r>
            <a:rPr lang="en-US" sz="1200" b="0" i="0" u="none" kern="1200" dirty="0" err="1">
              <a:latin typeface="Calibri" panose="020F0502020204030204"/>
              <a:ea typeface="+mn-ea"/>
              <a:cs typeface="+mn-cs"/>
            </a:rPr>
            <a:t>ildən</a:t>
          </a:r>
          <a:r>
            <a:rPr lang="en-US" sz="1200" b="0" i="0" u="none" kern="1200" dirty="0">
              <a:latin typeface="Calibri" panose="020F0502020204030204"/>
              <a:ea typeface="+mn-ea"/>
              <a:cs typeface="+mn-cs"/>
            </a:rPr>
            <a:t> </a:t>
          </a:r>
          <a:r>
            <a:rPr lang="en-US" sz="1200" b="0" i="0" u="none" kern="1200" dirty="0" err="1">
              <a:latin typeface="Calibri" panose="020F0502020204030204"/>
              <a:ea typeface="+mn-ea"/>
              <a:cs typeface="+mn-cs"/>
            </a:rPr>
            <a:t>az</a:t>
          </a:r>
          <a:r>
            <a:rPr lang="en-US" sz="1200" b="0" i="0" u="none" kern="1200" dirty="0">
              <a:latin typeface="Calibri" panose="020F0502020204030204"/>
              <a:ea typeface="+mn-ea"/>
              <a:cs typeface="+mn-cs"/>
            </a:rPr>
            <a:t> </a:t>
          </a:r>
          <a:r>
            <a:rPr lang="en-US" sz="1200" b="0" i="0" u="none" kern="1200" dirty="0" err="1">
              <a:latin typeface="Calibri" panose="020F0502020204030204"/>
              <a:ea typeface="+mn-ea"/>
              <a:cs typeface="+mn-cs"/>
            </a:rPr>
            <a:t>olduğu</a:t>
          </a:r>
          <a:r>
            <a:rPr lang="en-US" sz="1200" b="0" i="0" u="none" kern="1200" dirty="0">
              <a:latin typeface="Calibri" panose="020F0502020204030204"/>
              <a:ea typeface="+mn-ea"/>
              <a:cs typeface="+mn-cs"/>
            </a:rPr>
            <a:t> </a:t>
          </a:r>
          <a:r>
            <a:rPr lang="en-US" sz="1200" b="0" i="0" u="none" kern="1200" dirty="0" err="1">
              <a:latin typeface="Calibri" panose="020F0502020204030204"/>
              <a:ea typeface="+mn-ea"/>
              <a:cs typeface="+mn-cs"/>
            </a:rPr>
            <a:t>təqdirdə</a:t>
          </a:r>
          <a:r>
            <a:rPr lang="en-US" sz="1200" b="0" i="0" u="none" kern="1200" dirty="0">
              <a:latin typeface="Calibri" panose="020F0502020204030204"/>
              <a:ea typeface="+mn-ea"/>
              <a:cs typeface="+mn-cs"/>
            </a:rPr>
            <a:t>, </a:t>
          </a:r>
          <a:r>
            <a:rPr lang="en-US" sz="1200" b="0" i="0" u="none" kern="1200" dirty="0" err="1">
              <a:latin typeface="Calibri" panose="020F0502020204030204"/>
              <a:ea typeface="+mn-ea"/>
              <a:cs typeface="+mn-cs"/>
            </a:rPr>
            <a:t>daxili</a:t>
          </a:r>
          <a:r>
            <a:rPr lang="en-US" sz="1200" b="0" i="0" u="none" kern="1200" dirty="0">
              <a:latin typeface="Calibri" panose="020F0502020204030204"/>
              <a:ea typeface="+mn-ea"/>
              <a:cs typeface="+mn-cs"/>
            </a:rPr>
            <a:t> </a:t>
          </a:r>
          <a:r>
            <a:rPr lang="en-US" sz="1200" b="0" i="0" u="none" kern="1200" dirty="0" err="1">
              <a:latin typeface="Calibri" panose="020F0502020204030204"/>
              <a:ea typeface="+mn-ea"/>
              <a:cs typeface="+mn-cs"/>
            </a:rPr>
            <a:t>vakansiyalara</a:t>
          </a:r>
          <a:r>
            <a:rPr lang="en-US" sz="1200" b="0" i="0" u="none" kern="1200" dirty="0">
              <a:latin typeface="Calibri" panose="020F0502020204030204"/>
              <a:ea typeface="+mn-ea"/>
              <a:cs typeface="+mn-cs"/>
            </a:rPr>
            <a:t> </a:t>
          </a:r>
          <a:r>
            <a:rPr lang="en-US" sz="1200" b="0" i="0" u="none" kern="1200" dirty="0" err="1">
              <a:latin typeface="Calibri" panose="020F0502020204030204"/>
              <a:ea typeface="+mn-ea"/>
              <a:cs typeface="+mn-cs"/>
            </a:rPr>
            <a:t>müraciət</a:t>
          </a:r>
          <a:r>
            <a:rPr lang="en-US" sz="1200" b="0" i="0" u="none" kern="1200" dirty="0">
              <a:latin typeface="Calibri" panose="020F0502020204030204"/>
              <a:ea typeface="+mn-ea"/>
              <a:cs typeface="+mn-cs"/>
            </a:rPr>
            <a:t> </a:t>
          </a:r>
          <a:r>
            <a:rPr lang="en-US" sz="1200" b="0" i="0" u="none" kern="1200" dirty="0" err="1">
              <a:latin typeface="Calibri" panose="020F0502020204030204"/>
              <a:ea typeface="+mn-ea"/>
              <a:cs typeface="+mn-cs"/>
            </a:rPr>
            <a:t>etməzdən</a:t>
          </a:r>
          <a:r>
            <a:rPr lang="en-US" sz="1200" b="0" i="0" u="none" kern="1200" dirty="0">
              <a:latin typeface="Calibri" panose="020F0502020204030204"/>
              <a:ea typeface="+mn-ea"/>
              <a:cs typeface="+mn-cs"/>
            </a:rPr>
            <a:t> </a:t>
          </a:r>
          <a:r>
            <a:rPr lang="az-Latn-AZ" sz="1200" b="0" i="0" u="none" kern="1200" dirty="0">
              <a:latin typeface="Calibri" panose="020F0502020204030204"/>
              <a:ea typeface="+mn-ea"/>
              <a:cs typeface="+mn-cs"/>
            </a:rPr>
            <a:t>öncə</a:t>
          </a:r>
          <a:r>
            <a:rPr lang="en-US" sz="1200" b="0" i="0" u="none" kern="1200" dirty="0">
              <a:latin typeface="Calibri" panose="020F0502020204030204"/>
              <a:ea typeface="+mn-ea"/>
              <a:cs typeface="+mn-cs"/>
            </a:rPr>
            <a:t> </a:t>
          </a:r>
          <a:r>
            <a:rPr lang="en-US" sz="1200" b="0" i="0" u="none" kern="1200" dirty="0" err="1">
              <a:latin typeface="Calibri" panose="020F0502020204030204"/>
              <a:ea typeface="+mn-ea"/>
              <a:cs typeface="+mn-cs"/>
            </a:rPr>
            <a:t>rəhbərinizi</a:t>
          </a:r>
          <a:r>
            <a:rPr lang="en-US" sz="1200" b="0" i="0" u="none" kern="1200" dirty="0">
              <a:latin typeface="Calibri" panose="020F0502020204030204"/>
              <a:ea typeface="+mn-ea"/>
              <a:cs typeface="+mn-cs"/>
            </a:rPr>
            <a:t> </a:t>
          </a:r>
          <a:r>
            <a:rPr lang="en-US" sz="1200" b="0" i="0" u="none" kern="1200" dirty="0" err="1">
              <a:latin typeface="Calibri" panose="020F0502020204030204"/>
              <a:ea typeface="+mn-ea"/>
              <a:cs typeface="+mn-cs"/>
            </a:rPr>
            <a:t>mütləq</a:t>
          </a:r>
          <a:r>
            <a:rPr lang="en-US" sz="1200" b="0" i="0" u="none" kern="1200" dirty="0">
              <a:latin typeface="Calibri" panose="020F0502020204030204"/>
              <a:ea typeface="+mn-ea"/>
              <a:cs typeface="+mn-cs"/>
            </a:rPr>
            <a:t> </a:t>
          </a:r>
          <a:r>
            <a:rPr lang="en-US" sz="1200" b="0" i="0" u="none" kern="1200" dirty="0" err="1">
              <a:latin typeface="Calibri" panose="020F0502020204030204"/>
              <a:ea typeface="+mn-ea"/>
              <a:cs typeface="+mn-cs"/>
            </a:rPr>
            <a:t>şəkildə</a:t>
          </a:r>
          <a:r>
            <a:rPr lang="en-US" sz="1200" b="0" i="0" u="none" kern="1200" dirty="0">
              <a:latin typeface="Calibri" panose="020F0502020204030204"/>
              <a:ea typeface="+mn-ea"/>
              <a:cs typeface="+mn-cs"/>
            </a:rPr>
            <a:t> </a:t>
          </a:r>
          <a:r>
            <a:rPr lang="en-US" sz="1200" b="0" i="0" u="none" kern="1200" dirty="0" err="1">
              <a:latin typeface="Calibri" panose="020F0502020204030204"/>
              <a:ea typeface="+mn-ea"/>
              <a:cs typeface="+mn-cs"/>
            </a:rPr>
            <a:t>məlumatlandırmağınız</a:t>
          </a:r>
          <a:r>
            <a:rPr lang="az-Latn-AZ" sz="1200" b="0" i="0" u="none" kern="1200" dirty="0">
              <a:latin typeface="Calibri" panose="020F0502020204030204"/>
              <a:ea typeface="+mn-ea"/>
              <a:cs typeface="+mn-cs"/>
            </a:rPr>
            <a:t> xahiş olunur</a:t>
          </a:r>
          <a:r>
            <a:rPr lang="en-US" sz="1200" b="0" i="0" u="none" kern="1200" dirty="0">
              <a:latin typeface="Calibri" panose="020F0502020204030204"/>
              <a:ea typeface="+mn-ea"/>
              <a:cs typeface="+mn-cs"/>
            </a:rPr>
            <a:t>.</a:t>
          </a:r>
        </a:p>
      </dsp:txBody>
      <dsp:txXfrm>
        <a:off x="557794" y="1755829"/>
        <a:ext cx="7310661" cy="575887"/>
      </dsp:txXfrm>
    </dsp:sp>
    <dsp:sp modelId="{A60D1FED-DD86-4760-8DA9-8B31F6894D81}">
      <dsp:nvSpPr>
        <dsp:cNvPr id="0" name=""/>
        <dsp:cNvSpPr/>
      </dsp:nvSpPr>
      <dsp:spPr>
        <a:xfrm>
          <a:off x="0" y="2976810"/>
          <a:ext cx="10543110" cy="12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39A234-B303-4945-8960-65BBE943B850}">
      <dsp:nvSpPr>
        <dsp:cNvPr id="0" name=""/>
        <dsp:cNvSpPr/>
      </dsp:nvSpPr>
      <dsp:spPr>
        <a:xfrm>
          <a:off x="526640" y="2442071"/>
          <a:ext cx="7372969" cy="608538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8953" tIns="0" rIns="278953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Müsahibə</a:t>
          </a:r>
          <a:r>
            <a:rPr lang="en-US" sz="1200" kern="1200" dirty="0"/>
            <a:t> </a:t>
          </a:r>
          <a:r>
            <a:rPr lang="en-US" sz="1200" kern="1200" dirty="0" err="1"/>
            <a:t>prosesi</a:t>
          </a:r>
          <a:r>
            <a:rPr lang="en-US" sz="1200" kern="1200" dirty="0"/>
            <a:t> </a:t>
          </a:r>
          <a:r>
            <a:rPr lang="en-US" sz="1200" kern="1200" dirty="0" err="1"/>
            <a:t>əməkdaşın</a:t>
          </a:r>
          <a:r>
            <a:rPr lang="en-US" sz="1200" kern="1200" dirty="0"/>
            <a:t> </a:t>
          </a:r>
          <a:r>
            <a:rPr lang="en-US" sz="1200" kern="1200" dirty="0" err="1"/>
            <a:t>vakansiyaya</a:t>
          </a:r>
          <a:r>
            <a:rPr lang="en-US" sz="1200" kern="1200" dirty="0"/>
            <a:t> </a:t>
          </a:r>
          <a:r>
            <a:rPr lang="en-US" sz="1200" kern="1200" dirty="0" err="1"/>
            <a:t>uyğunluğunun</a:t>
          </a:r>
          <a:r>
            <a:rPr lang="en-US" sz="1200" kern="1200" dirty="0"/>
            <a:t>, </a:t>
          </a:r>
          <a:r>
            <a:rPr lang="en-US" sz="1200" kern="1200" dirty="0" err="1"/>
            <a:t>peşəkar</a:t>
          </a:r>
          <a:r>
            <a:rPr lang="en-US" sz="1200" kern="1200" dirty="0"/>
            <a:t> </a:t>
          </a:r>
          <a:r>
            <a:rPr lang="en-US" sz="1200" kern="1200" dirty="0" err="1"/>
            <a:t>bilik</a:t>
          </a:r>
          <a:r>
            <a:rPr lang="en-US" sz="1200" kern="1200" dirty="0"/>
            <a:t> </a:t>
          </a:r>
          <a:r>
            <a:rPr lang="en-US" sz="1200" kern="1200" dirty="0" err="1"/>
            <a:t>və</a:t>
          </a:r>
          <a:r>
            <a:rPr lang="en-US" sz="1200" kern="1200" dirty="0"/>
            <a:t> </a:t>
          </a:r>
          <a:r>
            <a:rPr lang="en-US" sz="1200" kern="1200" dirty="0" err="1"/>
            <a:t>bacarıqlarının</a:t>
          </a:r>
          <a:r>
            <a:rPr lang="en-US" sz="1200" kern="1200" dirty="0"/>
            <a:t> </a:t>
          </a:r>
          <a:r>
            <a:rPr lang="en-US" sz="1200" kern="1200" dirty="0" err="1"/>
            <a:t>qiymətləndirilməsi</a:t>
          </a:r>
          <a:r>
            <a:rPr lang="en-US" sz="1200" kern="1200" dirty="0"/>
            <a:t> </a:t>
          </a:r>
          <a:r>
            <a:rPr lang="en-US" sz="1200" kern="1200" dirty="0" err="1"/>
            <a:t>məqsədilə</a:t>
          </a:r>
          <a:r>
            <a:rPr lang="en-US" sz="1200" kern="1200" dirty="0"/>
            <a:t> </a:t>
          </a:r>
          <a:r>
            <a:rPr lang="en-US" sz="1200" kern="1200" dirty="0" err="1"/>
            <a:t>mərhələli</a:t>
          </a:r>
          <a:r>
            <a:rPr lang="en-US" sz="1200" kern="1200" dirty="0"/>
            <a:t> </a:t>
          </a:r>
          <a:r>
            <a:rPr lang="en-US" sz="1200" kern="1200" dirty="0" err="1"/>
            <a:t>şəkildə</a:t>
          </a:r>
          <a:r>
            <a:rPr lang="en-US" sz="1200" kern="1200" dirty="0"/>
            <a:t> </a:t>
          </a:r>
          <a:r>
            <a:rPr lang="en-US" sz="1200" kern="1200" dirty="0" err="1"/>
            <a:t>həyata</a:t>
          </a:r>
          <a:r>
            <a:rPr lang="en-US" sz="1200" kern="1200" dirty="0"/>
            <a:t> </a:t>
          </a:r>
          <a:r>
            <a:rPr lang="en-US" sz="1200" kern="1200" dirty="0" err="1"/>
            <a:t>keçirilir</a:t>
          </a:r>
          <a:r>
            <a:rPr lang="en-US" sz="1200" kern="1200" dirty="0"/>
            <a:t>. </a:t>
          </a:r>
          <a:r>
            <a:rPr lang="az-Latn-AZ" sz="1200" kern="1200" dirty="0"/>
            <a:t>Müsahibə prosesi və geri dönüşlər daxili prosedur qaydalarına əsasən aparılır.</a:t>
          </a:r>
          <a:endParaRPr lang="en-US" sz="1200" kern="1200" dirty="0">
            <a:latin typeface="Calibri" panose="020F0502020204030204"/>
            <a:ea typeface="+mn-ea"/>
            <a:cs typeface="+mn-cs"/>
          </a:endParaRPr>
        </a:p>
      </dsp:txBody>
      <dsp:txXfrm>
        <a:off x="556346" y="2471777"/>
        <a:ext cx="7313557" cy="549126"/>
      </dsp:txXfrm>
    </dsp:sp>
    <dsp:sp modelId="{402D43FD-2FF5-4B5B-AE0C-22078672CA61}">
      <dsp:nvSpPr>
        <dsp:cNvPr id="0" name=""/>
        <dsp:cNvSpPr/>
      </dsp:nvSpPr>
      <dsp:spPr>
        <a:xfrm>
          <a:off x="0" y="3597067"/>
          <a:ext cx="10543110" cy="12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9737F3-966E-44F9-899C-AF5E6DBE3DF7}">
      <dsp:nvSpPr>
        <dsp:cNvPr id="0" name=""/>
        <dsp:cNvSpPr/>
      </dsp:nvSpPr>
      <dsp:spPr>
        <a:xfrm>
          <a:off x="526640" y="3129810"/>
          <a:ext cx="7372969" cy="54105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8953" tIns="0" rIns="278953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Daxili</a:t>
          </a:r>
          <a:r>
            <a:rPr lang="en-US" sz="1200" kern="1200" dirty="0"/>
            <a:t> </a:t>
          </a:r>
          <a:r>
            <a:rPr lang="en-US" sz="1200" kern="1200" dirty="0" err="1"/>
            <a:t>keçid</a:t>
          </a:r>
          <a:r>
            <a:rPr lang="en-US" sz="1200" kern="1200" dirty="0"/>
            <a:t> </a:t>
          </a:r>
          <a:r>
            <a:rPr lang="en-US" sz="1200" kern="1200" dirty="0" err="1"/>
            <a:t>zamanı</a:t>
          </a:r>
          <a:r>
            <a:rPr lang="en-US" sz="1200" kern="1200" dirty="0"/>
            <a:t> </a:t>
          </a:r>
          <a:r>
            <a:rPr lang="en-US" sz="1200" kern="1200" dirty="0" err="1"/>
            <a:t>əmək</a:t>
          </a:r>
          <a:r>
            <a:rPr lang="en-US" sz="1200" kern="1200" dirty="0"/>
            <a:t> </a:t>
          </a:r>
          <a:r>
            <a:rPr lang="en-US" sz="1200" kern="1200" dirty="0" err="1"/>
            <a:t>haqqı</a:t>
          </a:r>
          <a:r>
            <a:rPr lang="en-US" sz="1200" kern="1200" dirty="0"/>
            <a:t> </a:t>
          </a:r>
          <a:r>
            <a:rPr lang="en-US" sz="1200" kern="1200" dirty="0" err="1"/>
            <a:t>mövcud</a:t>
          </a:r>
          <a:r>
            <a:rPr lang="en-US" sz="1200" kern="1200" dirty="0"/>
            <a:t> </a:t>
          </a:r>
          <a:r>
            <a:rPr lang="en-US" sz="1200" kern="1200" dirty="0" err="1"/>
            <a:t>qaydada</a:t>
          </a:r>
          <a:r>
            <a:rPr lang="en-US" sz="1200" kern="1200" dirty="0"/>
            <a:t> </a:t>
          </a:r>
          <a:r>
            <a:rPr lang="en-US" sz="1200" kern="1200" dirty="0" err="1"/>
            <a:t>saxlanılır</a:t>
          </a:r>
          <a:r>
            <a:rPr lang="en-US" sz="1200" kern="1200" dirty="0"/>
            <a:t>. </a:t>
          </a:r>
          <a:r>
            <a:rPr lang="en-US" sz="1200" kern="1200" dirty="0" err="1"/>
            <a:t>Keçid</a:t>
          </a:r>
          <a:r>
            <a:rPr lang="en-US" sz="1200" kern="1200" dirty="0"/>
            <a:t> </a:t>
          </a:r>
          <a:r>
            <a:rPr lang="en-US" sz="1200" kern="1200" dirty="0" err="1"/>
            <a:t>edilən</a:t>
          </a:r>
          <a:r>
            <a:rPr lang="en-US" sz="1200" kern="1200" dirty="0"/>
            <a:t> </a:t>
          </a:r>
          <a:r>
            <a:rPr lang="en-US" sz="1200" kern="1200" dirty="0" err="1"/>
            <a:t>strukturun</a:t>
          </a:r>
          <a:r>
            <a:rPr lang="en-US" sz="1200" kern="1200" dirty="0"/>
            <a:t> </a:t>
          </a:r>
          <a:r>
            <a:rPr lang="en-US" sz="1200" kern="1200" dirty="0" err="1"/>
            <a:t>fəaliyyət</a:t>
          </a:r>
          <a:r>
            <a:rPr lang="en-US" sz="1200" kern="1200" dirty="0"/>
            <a:t> </a:t>
          </a:r>
          <a:r>
            <a:rPr lang="en-US" sz="1200" kern="1200" dirty="0" err="1"/>
            <a:t>istiqaməti</a:t>
          </a:r>
          <a:r>
            <a:rPr lang="en-US" sz="1200" kern="1200" dirty="0"/>
            <a:t> </a:t>
          </a:r>
          <a:r>
            <a:rPr lang="en-US" sz="1200" kern="1200" dirty="0" err="1"/>
            <a:t>və</a:t>
          </a:r>
          <a:r>
            <a:rPr lang="en-US" sz="1200" kern="1200" dirty="0"/>
            <a:t> </a:t>
          </a:r>
          <a:r>
            <a:rPr lang="en-US" sz="1200" kern="1200" dirty="0" err="1"/>
            <a:t>vəzifə</a:t>
          </a:r>
          <a:r>
            <a:rPr lang="en-US" sz="1200" kern="1200" dirty="0"/>
            <a:t> </a:t>
          </a:r>
          <a:r>
            <a:rPr lang="en-US" sz="1200" kern="1200" dirty="0" err="1"/>
            <a:t>tələblərindən</a:t>
          </a:r>
          <a:r>
            <a:rPr lang="en-US" sz="1200" kern="1200" dirty="0"/>
            <a:t> </a:t>
          </a:r>
          <a:r>
            <a:rPr lang="en-US" sz="1200" kern="1200" dirty="0" err="1"/>
            <a:t>asılı</a:t>
          </a:r>
          <a:r>
            <a:rPr lang="en-US" sz="1200" kern="1200" dirty="0"/>
            <a:t> </a:t>
          </a:r>
          <a:r>
            <a:rPr lang="en-US" sz="1200" kern="1200" dirty="0" err="1"/>
            <a:t>olaraq</a:t>
          </a:r>
          <a:r>
            <a:rPr lang="en-US" sz="1200" kern="1200" dirty="0"/>
            <a:t> </a:t>
          </a:r>
          <a:r>
            <a:rPr lang="en-US" sz="1200" kern="1200" dirty="0" err="1"/>
            <a:t>vəzifə</a:t>
          </a:r>
          <a:r>
            <a:rPr lang="en-US" sz="1200" kern="1200" dirty="0"/>
            <a:t> </a:t>
          </a:r>
          <a:r>
            <a:rPr lang="en-US" sz="1200" kern="1200" dirty="0" err="1"/>
            <a:t>dərəcəsində</a:t>
          </a:r>
          <a:r>
            <a:rPr lang="en-US" sz="1200" kern="1200" dirty="0"/>
            <a:t> </a:t>
          </a:r>
          <a:r>
            <a:rPr lang="en-US" sz="1200" kern="1200" dirty="0" err="1"/>
            <a:t>bir</a:t>
          </a:r>
          <a:r>
            <a:rPr lang="en-US" sz="1200" kern="1200" dirty="0"/>
            <a:t> </a:t>
          </a:r>
          <a:r>
            <a:rPr lang="en-US" sz="1200" kern="1200" dirty="0" err="1"/>
            <a:t>və</a:t>
          </a:r>
          <a:r>
            <a:rPr lang="en-US" sz="1200" kern="1200" dirty="0"/>
            <a:t> </a:t>
          </a:r>
          <a:r>
            <a:rPr lang="en-US" sz="1200" kern="1200" dirty="0" err="1"/>
            <a:t>ya</a:t>
          </a:r>
          <a:r>
            <a:rPr lang="en-US" sz="1200" kern="1200" dirty="0"/>
            <a:t> </a:t>
          </a:r>
          <a:r>
            <a:rPr lang="en-US" sz="1200" kern="1200" dirty="0" err="1"/>
            <a:t>iki</a:t>
          </a:r>
          <a:r>
            <a:rPr lang="en-US" sz="1200" kern="1200" dirty="0"/>
            <a:t> </a:t>
          </a:r>
          <a:r>
            <a:rPr lang="en-US" sz="1200" kern="1200" dirty="0" err="1"/>
            <a:t>pilləlik</a:t>
          </a:r>
          <a:r>
            <a:rPr lang="en-US" sz="1200" kern="1200" dirty="0"/>
            <a:t> </a:t>
          </a:r>
          <a:r>
            <a:rPr lang="en-US" sz="1200" kern="1200" dirty="0" err="1"/>
            <a:t>dəyişiklik</a:t>
          </a:r>
          <a:r>
            <a:rPr lang="en-US" sz="1200" kern="1200" dirty="0"/>
            <a:t> </a:t>
          </a:r>
          <a:r>
            <a:rPr lang="en-US" sz="1200" kern="1200" dirty="0" err="1"/>
            <a:t>tətbiq</a:t>
          </a:r>
          <a:r>
            <a:rPr lang="en-US" sz="1200" kern="1200" dirty="0"/>
            <a:t> </a:t>
          </a:r>
          <a:r>
            <a:rPr lang="en-US" sz="1200" kern="1200" dirty="0" err="1"/>
            <a:t>oluna</a:t>
          </a:r>
          <a:r>
            <a:rPr lang="en-US" sz="1200" kern="1200" dirty="0"/>
            <a:t> </a:t>
          </a:r>
          <a:r>
            <a:rPr lang="en-US" sz="1200" kern="1200" dirty="0" err="1"/>
            <a:t>bilər</a:t>
          </a:r>
          <a:r>
            <a:rPr lang="en-US" sz="1200" kern="1200" dirty="0"/>
            <a:t>.</a:t>
          </a:r>
        </a:p>
      </dsp:txBody>
      <dsp:txXfrm>
        <a:off x="553052" y="3156222"/>
        <a:ext cx="7320145" cy="4882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#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>
          <dgm:prSet csTypeId="urn:microsoft.com/office/officeart/2005/8/colors/accent6_5"/>
        </dgm:pt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nodeHorzAlign" val="l"/>
          <dgm:param type="horzAlign" val="l"/>
        </dgm:alg>
      </dgm:if>
      <dgm:else name="Name2">
        <dgm:alg type="lin">
          <dgm:param type="linDir" val="fromT"/>
          <dgm:param type="vertAlign" val="mid"/>
          <dgm:param type="nodeHorzAlign" val="r"/>
          <dgm:param type="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nodeHorzAlign" val="l"/>
              <dgm:param type="horzAlign" val="l"/>
            </dgm:alg>
          </dgm:if>
          <dgm:else name="Name6">
            <dgm:alg type="lin">
              <dgm:param type="linDir" val="fromR"/>
              <dgm:param type="nodeHorzAlign" val="r"/>
              <dgm:param type="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#1">
  <dgm:title val=""/>
  <dgm:desc val=""/>
  <dgm:catLst>
    <dgm:cat type="simple" pri="104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7CDA0-D630-4CDF-939F-C4413E0E73E2}" type="datetimeFigureOut">
              <a:rPr lang="en-US" smtClean="0"/>
              <a:t>29-Jun-26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CE5CC4-4C97-4A66-9714-0F2F7FD83E0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ADE8A-7EEF-43DE-B228-8A724B88D864}" type="datetimeFigureOut">
              <a:rPr lang="en-US" smtClean="0"/>
              <a:t>29-Jun-26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3766-3024-4DD4-98CB-93018DC3400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ADE8A-7EEF-43DE-B228-8A724B88D864}" type="datetimeFigureOut">
              <a:rPr lang="en-US" smtClean="0"/>
              <a:t>29-Jun-26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3766-3024-4DD4-98CB-93018DC3400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ADE8A-7EEF-43DE-B228-8A724B88D864}" type="datetimeFigureOut">
              <a:rPr lang="en-US" smtClean="0"/>
              <a:t>29-Jun-26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3766-3024-4DD4-98CB-93018DC3400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ADE8A-7EEF-43DE-B228-8A724B88D864}" type="datetimeFigureOut">
              <a:rPr lang="en-US" smtClean="0"/>
              <a:t>29-Jun-26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3766-3024-4DD4-98CB-93018DC3400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ADE8A-7EEF-43DE-B228-8A724B88D864}" type="datetimeFigureOut">
              <a:rPr lang="en-US" smtClean="0"/>
              <a:t>29-Jun-26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3766-3024-4DD4-98CB-93018DC3400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ADE8A-7EEF-43DE-B228-8A724B88D864}" type="datetimeFigureOut">
              <a:rPr lang="en-US" smtClean="0"/>
              <a:t>29-Jun-26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3766-3024-4DD4-98CB-93018DC3400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ADE8A-7EEF-43DE-B228-8A724B88D864}" type="datetimeFigureOut">
              <a:rPr lang="en-US" smtClean="0"/>
              <a:t>29-Jun-26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3766-3024-4DD4-98CB-93018DC3400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ADE8A-7EEF-43DE-B228-8A724B88D864}" type="datetimeFigureOut">
              <a:rPr lang="en-US" smtClean="0"/>
              <a:t>29-Jun-26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3766-3024-4DD4-98CB-93018DC3400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ADE8A-7EEF-43DE-B228-8A724B88D864}" type="datetimeFigureOut">
              <a:rPr lang="en-US" smtClean="0"/>
              <a:t>29-Jun-26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3766-3024-4DD4-98CB-93018DC3400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ADE8A-7EEF-43DE-B228-8A724B88D864}" type="datetimeFigureOut">
              <a:rPr lang="en-US" smtClean="0"/>
              <a:t>29-Jun-26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3766-3024-4DD4-98CB-93018DC3400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ADE8A-7EEF-43DE-B228-8A724B88D864}" type="datetimeFigureOut">
              <a:rPr lang="en-US" smtClean="0"/>
              <a:t>29-Jun-26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3766-3024-4DD4-98CB-93018DC3400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4ADE8A-7EEF-43DE-B228-8A724B88D864}" type="datetimeFigureOut">
              <a:rPr lang="en-US" smtClean="0"/>
              <a:t>29-Jun-26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FB3766-3024-4DD4-98CB-93018DC3400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hyperlink" Target="CV%20n&#252;mun&#601;.DOCX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13" y="531873"/>
            <a:ext cx="2705107" cy="122427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7213" y="2280285"/>
            <a:ext cx="9253618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z-Latn-AZ" sz="4800" b="1" dirty="0">
                <a:solidFill>
                  <a:schemeClr val="bg1"/>
                </a:solidFill>
                <a:latin typeface="Corbel" panose="020B0503020204020204" pitchFamily="34" charset="0"/>
              </a:rPr>
              <a:t>Daxili vakansiyalar: </a:t>
            </a:r>
          </a:p>
          <a:p>
            <a:endParaRPr lang="az-Latn-AZ" sz="4800" b="1" dirty="0">
              <a:solidFill>
                <a:schemeClr val="bg1"/>
              </a:solidFill>
              <a:latin typeface="Corbel" panose="020B0503020204020204" pitchFamily="34" charset="0"/>
            </a:endParaRPr>
          </a:p>
          <a:p>
            <a:r>
              <a:rPr lang="az-Latn-AZ" sz="4000" dirty="0">
                <a:solidFill>
                  <a:schemeClr val="bg1"/>
                </a:solidFill>
                <a:latin typeface="Corbel" panose="020B0503020204020204" pitchFamily="34" charset="0"/>
              </a:rPr>
              <a:t>Data Sahəsi.</a:t>
            </a:r>
            <a:endParaRPr lang="en-US" sz="4000" dirty="0">
              <a:solidFill>
                <a:schemeClr val="bg1"/>
              </a:solidFill>
              <a:latin typeface="Corbel" panose="020B0503020204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522041" y="6187085"/>
            <a:ext cx="14453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z-Latn-AZ" sz="2400" b="1" dirty="0">
                <a:solidFill>
                  <a:srgbClr val="8DC6FF"/>
                </a:solidFill>
                <a:latin typeface="Corbel" panose="020B0503020204020204" pitchFamily="34" charset="0"/>
              </a:rPr>
              <a:t>May </a:t>
            </a:r>
            <a:r>
              <a:rPr lang="en-US" sz="2400" b="1" dirty="0">
                <a:solidFill>
                  <a:srgbClr val="8DC6FF"/>
                </a:solidFill>
                <a:latin typeface="Corbel" panose="020B0503020204020204" pitchFamily="34" charset="0"/>
              </a:rPr>
              <a:t>202</a:t>
            </a:r>
            <a:r>
              <a:rPr lang="az-Latn-AZ" sz="2400" b="1" dirty="0">
                <a:solidFill>
                  <a:srgbClr val="8DC6FF"/>
                </a:solidFill>
                <a:latin typeface="Corbel" panose="020B0503020204020204" pitchFamily="34" charset="0"/>
              </a:rPr>
              <a:t>6</a:t>
            </a:r>
            <a:endParaRPr lang="en-US" sz="2400" b="1" dirty="0">
              <a:solidFill>
                <a:srgbClr val="8DC6FF"/>
              </a:solidFill>
              <a:latin typeface="Corbel" panose="020B0503020204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13" y="531873"/>
            <a:ext cx="2705107" cy="122427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77847" y="2288023"/>
            <a:ext cx="7916984" cy="2491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z-Latn-AZ" sz="2800" b="1" dirty="0">
                <a:solidFill>
                  <a:schemeClr val="bg1"/>
                </a:solidFill>
              </a:rPr>
              <a:t>Nərgiz Ənvərli - </a:t>
            </a:r>
            <a:r>
              <a:rPr lang="az-Latn-AZ" sz="2800" dirty="0">
                <a:solidFill>
                  <a:schemeClr val="bg1"/>
                </a:solidFill>
              </a:rPr>
              <a:t>İnsan resurslarının idarəedilməsi departamenti, İşə qəbul və planlaşdırma şöbəsinin aparıcı mütəxəssisi</a:t>
            </a:r>
          </a:p>
          <a:p>
            <a:endParaRPr lang="az-Latn-AZ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z-Latn-AZ" b="1" dirty="0">
                <a:solidFill>
                  <a:schemeClr val="bg1"/>
                </a:solidFill>
              </a:rPr>
              <a:t>Daxili vakansiyalar haqqında məlumat;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z-Latn-AZ" b="1" dirty="0">
                <a:solidFill>
                  <a:schemeClr val="bg1"/>
                </a:solidFill>
              </a:rPr>
              <a:t>Peşəkar və düzgün daxili CV forması;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z-Latn-AZ" b="1" dirty="0">
                <a:solidFill>
                  <a:schemeClr val="bg1"/>
                </a:solidFill>
              </a:rPr>
              <a:t>Daxili vakansiyalara müraciətdən öncə diqqət yetirilməli məqamlar.</a:t>
            </a:r>
            <a:endParaRPr lang="en-US" dirty="0"/>
          </a:p>
        </p:txBody>
      </p:sp>
      <p:pic>
        <p:nvPicPr>
          <p:cNvPr id="3" name="Picture 2" descr="Picture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720" y="2042795"/>
            <a:ext cx="2621280" cy="32778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80515" cy="68580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1095" y="172720"/>
            <a:ext cx="977966" cy="44288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637263" y="6591931"/>
            <a:ext cx="551689" cy="18466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fld id="{E1AA5AB0-6203-4D00-A82E-C2E23293F6BE}" type="slidenum">
              <a:rPr lang="en-US" sz="1200" kern="1200" noProof="0" smtClean="0">
                <a:solidFill>
                  <a:srgbClr val="0070D4"/>
                </a:solidFill>
                <a:latin typeface="Corbel" panose="020B0503020204020204" pitchFamily="34" charset="0"/>
                <a:ea typeface="+mn-ea"/>
                <a:cs typeface="+mn-cs"/>
              </a:rPr>
              <a:t>3</a:t>
            </a:fld>
            <a:endParaRPr lang="en-US" sz="1200" kern="1200" noProof="0" dirty="0">
              <a:solidFill>
                <a:srgbClr val="0070D4"/>
              </a:solidFill>
              <a:latin typeface="Corbel" panose="020B0503020204020204" pitchFamily="34" charset="0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10325" y="295520"/>
            <a:ext cx="72604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z-Latn-AZ" sz="2400" b="1" dirty="0">
                <a:solidFill>
                  <a:schemeClr val="accent1"/>
                </a:solidFill>
              </a:rPr>
              <a:t>Daxili vakansiyalar haqqında məlumat.</a:t>
            </a:r>
            <a:endParaRPr lang="en-US" sz="2400" b="1" dirty="0">
              <a:solidFill>
                <a:schemeClr val="accent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615" y="898525"/>
            <a:ext cx="10047605" cy="55556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80515" cy="68580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1095" y="172720"/>
            <a:ext cx="977966" cy="44288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637263" y="6591931"/>
            <a:ext cx="551689" cy="18466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fld id="{E1AA5AB0-6203-4D00-A82E-C2E23293F6BE}" type="slidenum">
              <a:rPr lang="en-US" sz="1200" kern="1200" noProof="0" smtClean="0">
                <a:solidFill>
                  <a:srgbClr val="0070D4"/>
                </a:solidFill>
                <a:latin typeface="Corbel" panose="020B0503020204020204" pitchFamily="34" charset="0"/>
                <a:ea typeface="+mn-ea"/>
                <a:cs typeface="+mn-cs"/>
              </a:rPr>
              <a:t>4</a:t>
            </a:fld>
            <a:endParaRPr lang="en-US" sz="1200" kern="1200" noProof="0" dirty="0">
              <a:solidFill>
                <a:srgbClr val="0070D4"/>
              </a:solidFill>
              <a:latin typeface="Corbel" panose="020B0503020204020204" pitchFamily="34" charset="0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08185" y="312616"/>
            <a:ext cx="8550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z-Latn-AZ" sz="2400" b="1" dirty="0">
                <a:solidFill>
                  <a:schemeClr val="accent1"/>
                </a:solidFill>
              </a:rPr>
              <a:t>Peşəkar və düzgün daxili CV forması.</a:t>
            </a:r>
            <a:endParaRPr lang="en-US" sz="2400" b="1" dirty="0">
              <a:solidFill>
                <a:schemeClr val="accent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55077" y="774281"/>
            <a:ext cx="4611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4" action="ppaction://hlinkfile"/>
              </a:rPr>
              <a:t>CV nümunə.DOCX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70" y="1204595"/>
            <a:ext cx="9632950" cy="49993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80515" cy="68580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1095" y="172720"/>
            <a:ext cx="977966" cy="44288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637263" y="6591931"/>
            <a:ext cx="551689" cy="18466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fld id="{E1AA5AB0-6203-4D00-A82E-C2E23293F6BE}" type="slidenum">
              <a:rPr lang="en-US" sz="1200" kern="1200" noProof="0" smtClean="0">
                <a:solidFill>
                  <a:srgbClr val="0070D4"/>
                </a:solidFill>
                <a:latin typeface="Corbel" panose="020B0503020204020204" pitchFamily="34" charset="0"/>
                <a:ea typeface="+mn-ea"/>
                <a:cs typeface="+mn-cs"/>
              </a:rPr>
              <a:t>5</a:t>
            </a:fld>
            <a:endParaRPr lang="en-US" sz="1200" kern="1200" noProof="0" dirty="0">
              <a:solidFill>
                <a:srgbClr val="0070D4"/>
              </a:solidFill>
              <a:latin typeface="Corbel" panose="020B0503020204020204" pitchFamily="34" charset="0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969106" y="351368"/>
            <a:ext cx="9362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z-Latn-AZ" sz="2400" b="1" dirty="0">
                <a:solidFill>
                  <a:schemeClr val="accent1"/>
                </a:solidFill>
              </a:rPr>
              <a:t>Daxili vakansiyalara müraciətdən öncə diqqət yetirilməli məqamlar.</a:t>
            </a:r>
            <a:endParaRPr lang="en-US" sz="2400" dirty="0">
              <a:solidFill>
                <a:schemeClr val="accent1"/>
              </a:solidFill>
            </a:endParaRPr>
          </a:p>
        </p:txBody>
      </p:sp>
      <p:graphicFrame>
        <p:nvGraphicFramePr>
          <p:cNvPr id="4" name="Diagram 3"/>
          <p:cNvGraphicFramePr/>
          <p:nvPr/>
        </p:nvGraphicFramePr>
        <p:xfrm>
          <a:off x="1094153" y="1011021"/>
          <a:ext cx="10543110" cy="40455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13" y="531873"/>
            <a:ext cx="2705107" cy="122427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38770" y="2565323"/>
            <a:ext cx="791698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z-Latn-AZ" sz="2400" b="1" dirty="0">
                <a:solidFill>
                  <a:schemeClr val="bg1"/>
                </a:solidFill>
              </a:rPr>
              <a:t>Səbinə Balayeva- </a:t>
            </a:r>
            <a:r>
              <a:rPr lang="az-Latn-AZ" sz="2400" dirty="0">
                <a:solidFill>
                  <a:schemeClr val="bg1"/>
                </a:solidFill>
              </a:rPr>
              <a:t>Data sahəsi, Süni intellekt kontenti üzrə aparıcı analitik</a:t>
            </a:r>
          </a:p>
          <a:p>
            <a:endParaRPr lang="az-Latn-AZ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z-Latn-AZ" b="1" dirty="0">
                <a:solidFill>
                  <a:schemeClr val="bg1"/>
                </a:solidFill>
              </a:rPr>
              <a:t>AI content analitik vakansiyası </a:t>
            </a:r>
            <a:endParaRPr 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80515" cy="68580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1095" y="172720"/>
            <a:ext cx="977966" cy="44288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637263" y="6591931"/>
            <a:ext cx="551689" cy="18466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fld id="{E1AA5AB0-6203-4D00-A82E-C2E23293F6BE}" type="slidenum">
              <a:rPr lang="en-US" sz="1200" kern="1200" noProof="0" smtClean="0">
                <a:solidFill>
                  <a:srgbClr val="0070D4"/>
                </a:solidFill>
                <a:latin typeface="Corbel" panose="020B0503020204020204" pitchFamily="34" charset="0"/>
                <a:ea typeface="+mn-ea"/>
                <a:cs typeface="+mn-cs"/>
              </a:rPr>
              <a:t>7</a:t>
            </a:fld>
            <a:endParaRPr lang="en-US" sz="1200" kern="1200" noProof="0" dirty="0">
              <a:solidFill>
                <a:srgbClr val="0070D4"/>
              </a:solidFill>
              <a:latin typeface="Corbel" panose="020B05030202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502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13" y="531873"/>
            <a:ext cx="2705107" cy="122427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38770" y="2565323"/>
            <a:ext cx="79169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z-Latn-AZ" sz="2400" b="1" dirty="0">
                <a:solidFill>
                  <a:schemeClr val="bg1"/>
                </a:solidFill>
              </a:rPr>
              <a:t>Nazim Nəbiyev - </a:t>
            </a:r>
            <a:r>
              <a:rPr lang="az-Latn-AZ" sz="2400" dirty="0">
                <a:solidFill>
                  <a:schemeClr val="bg1"/>
                </a:solidFill>
              </a:rPr>
              <a:t>Data sahəsi, Süni intellekt üzrə baş mühəndis</a:t>
            </a:r>
          </a:p>
          <a:p>
            <a:endParaRPr lang="az-Latn-AZ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z-Latn-AZ" b="1" dirty="0">
                <a:solidFill>
                  <a:schemeClr val="bg1"/>
                </a:solidFill>
              </a:rPr>
              <a:t>AI engineer vakansiyası 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6814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80515" cy="68580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1095" y="172720"/>
            <a:ext cx="977966" cy="44288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637263" y="6591931"/>
            <a:ext cx="551689" cy="18466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fld id="{E1AA5AB0-6203-4D00-A82E-C2E23293F6BE}" type="slidenum">
              <a:rPr lang="en-US" sz="1200" kern="1200" noProof="0" smtClean="0">
                <a:solidFill>
                  <a:srgbClr val="0070D4"/>
                </a:solidFill>
                <a:latin typeface="Corbel" panose="020B0503020204020204" pitchFamily="34" charset="0"/>
                <a:ea typeface="+mn-ea"/>
                <a:cs typeface="+mn-cs"/>
              </a:rPr>
              <a:t>9</a:t>
            </a:fld>
            <a:endParaRPr lang="en-US" sz="1200" kern="1200" noProof="0" dirty="0">
              <a:solidFill>
                <a:srgbClr val="0070D4"/>
              </a:solidFill>
              <a:latin typeface="Corbel" panose="020B05030202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21898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13" y="531873"/>
            <a:ext cx="2705107" cy="122427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38770" y="2565323"/>
            <a:ext cx="79169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z-Latn-AZ" sz="2400" b="1" dirty="0">
                <a:solidFill>
                  <a:schemeClr val="bg1"/>
                </a:solidFill>
              </a:rPr>
              <a:t>Hüsniyyə Rzayeva - </a:t>
            </a:r>
            <a:r>
              <a:rPr lang="az-Latn-AZ" sz="2400" dirty="0">
                <a:solidFill>
                  <a:schemeClr val="bg1"/>
                </a:solidFill>
              </a:rPr>
              <a:t>Data sahəsi, Aparıcı data mühəndisi</a:t>
            </a:r>
          </a:p>
          <a:p>
            <a:endParaRPr lang="az-Latn-AZ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z-Latn-AZ" b="1" dirty="0">
                <a:solidFill>
                  <a:schemeClr val="bg1"/>
                </a:solidFill>
              </a:rPr>
              <a:t>Data engineer vakansiyası 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5349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80515" cy="68580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1095" y="172720"/>
            <a:ext cx="977966" cy="44288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637263" y="6591931"/>
            <a:ext cx="551689" cy="18466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fld id="{E1AA5AB0-6203-4D00-A82E-C2E23293F6BE}" type="slidenum">
              <a:rPr lang="en-US" sz="1200" kern="1200" noProof="0" smtClean="0">
                <a:solidFill>
                  <a:srgbClr val="0070D4"/>
                </a:solidFill>
                <a:latin typeface="Corbel" panose="020B0503020204020204" pitchFamily="34" charset="0"/>
                <a:ea typeface="+mn-ea"/>
                <a:cs typeface="+mn-cs"/>
              </a:rPr>
              <a:t>11</a:t>
            </a:fld>
            <a:endParaRPr lang="en-US" sz="1200" kern="1200" noProof="0" dirty="0">
              <a:solidFill>
                <a:srgbClr val="0070D4"/>
              </a:solidFill>
              <a:latin typeface="Corbel" panose="020B0503020204020204" pitchFamily="34" charset="0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94A298-8203-4A20-A8E0-B92CFCBBF078}"/>
              </a:ext>
            </a:extLst>
          </p:cNvPr>
          <p:cNvSpPr/>
          <p:nvPr/>
        </p:nvSpPr>
        <p:spPr>
          <a:xfrm>
            <a:off x="958700" y="246269"/>
            <a:ext cx="33650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0070C0"/>
                </a:solidFill>
                <a:latin typeface="Arial" panose="020B0604020202020204" pitchFamily="34" charset="0"/>
              </a:rPr>
              <a:t>Data</a:t>
            </a:r>
            <a:r>
              <a:rPr lang="az-Latn-AZ" altLang="en-US" b="1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en-US" altLang="en-US" b="1" dirty="0">
                <a:solidFill>
                  <a:srgbClr val="0070C0"/>
                </a:solidFill>
                <a:latin typeface="Arial" panose="020B0604020202020204" pitchFamily="34" charset="0"/>
              </a:rPr>
              <a:t>Engineer </a:t>
            </a:r>
            <a:r>
              <a:rPr lang="az-Latn-AZ" altLang="en-US" b="1" dirty="0">
                <a:solidFill>
                  <a:srgbClr val="0070C0"/>
                </a:solidFill>
                <a:latin typeface="Arial" panose="020B0604020202020204" pitchFamily="34" charset="0"/>
              </a:rPr>
              <a:t>nə deməkdir</a:t>
            </a:r>
            <a:r>
              <a:rPr lang="en-US" altLang="en-US" b="1" dirty="0">
                <a:solidFill>
                  <a:srgbClr val="0070C0"/>
                </a:solidFill>
                <a:latin typeface="Arial" panose="020B0604020202020204" pitchFamily="34" charset="0"/>
              </a:rPr>
              <a:t>?</a:t>
            </a:r>
            <a:endParaRPr lang="en-US" altLang="en-US" dirty="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855F1D-7CB0-492E-9DC0-B118C0F2ACFF}"/>
              </a:ext>
            </a:extLst>
          </p:cNvPr>
          <p:cNvSpPr/>
          <p:nvPr/>
        </p:nvSpPr>
        <p:spPr>
          <a:xfrm>
            <a:off x="958699" y="1115088"/>
            <a:ext cx="10678563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Data Engineer</a:t>
            </a:r>
            <a:r>
              <a:rPr lang="en-US" dirty="0"/>
              <a:t> </a:t>
            </a:r>
            <a:r>
              <a:rPr lang="en-US" dirty="0" err="1"/>
              <a:t>böyük</a:t>
            </a:r>
            <a:r>
              <a:rPr lang="en-US" dirty="0"/>
              <a:t> </a:t>
            </a:r>
            <a:r>
              <a:rPr lang="en-US" dirty="0" err="1"/>
              <a:t>həcmdə</a:t>
            </a:r>
            <a:r>
              <a:rPr lang="en-US" dirty="0"/>
              <a:t> </a:t>
            </a:r>
            <a:r>
              <a:rPr lang="en-US" dirty="0" err="1"/>
              <a:t>məlumatların</a:t>
            </a:r>
            <a:r>
              <a:rPr lang="en-US" dirty="0"/>
              <a:t> </a:t>
            </a:r>
            <a:r>
              <a:rPr lang="en-US" dirty="0" err="1"/>
              <a:t>toplanması</a:t>
            </a:r>
            <a:r>
              <a:rPr lang="en-US" dirty="0"/>
              <a:t>, </a:t>
            </a:r>
            <a:r>
              <a:rPr lang="en-US" dirty="0" err="1"/>
              <a:t>saxlanması</a:t>
            </a:r>
            <a:r>
              <a:rPr lang="en-US" dirty="0"/>
              <a:t>, </a:t>
            </a:r>
            <a:r>
              <a:rPr lang="en-US" dirty="0" err="1"/>
              <a:t>emalı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etibarlı</a:t>
            </a:r>
            <a:r>
              <a:rPr lang="en-US" dirty="0"/>
              <a:t> </a:t>
            </a:r>
            <a:r>
              <a:rPr lang="en-US" dirty="0" err="1"/>
              <a:t>şəkildə</a:t>
            </a:r>
            <a:r>
              <a:rPr lang="en-US" dirty="0"/>
              <a:t> </a:t>
            </a:r>
            <a:r>
              <a:rPr lang="en-US" dirty="0" err="1"/>
              <a:t>digər</a:t>
            </a:r>
            <a:r>
              <a:rPr lang="en-US" dirty="0"/>
              <a:t> </a:t>
            </a:r>
            <a:r>
              <a:rPr lang="en-US" dirty="0" err="1"/>
              <a:t>sistemlərə</a:t>
            </a:r>
            <a:r>
              <a:rPr lang="en-US" dirty="0"/>
              <a:t> </a:t>
            </a:r>
            <a:r>
              <a:rPr lang="en-US" dirty="0" err="1"/>
              <a:t>çatdırılması</a:t>
            </a:r>
            <a:r>
              <a:rPr lang="en-US" dirty="0"/>
              <a:t> </a:t>
            </a:r>
            <a:r>
              <a:rPr lang="en-US" dirty="0" err="1"/>
              <a:t>üçün</a:t>
            </a:r>
            <a:r>
              <a:rPr lang="en-US" dirty="0"/>
              <a:t> </a:t>
            </a:r>
            <a:r>
              <a:rPr lang="en-US" dirty="0" err="1"/>
              <a:t>infrastruktur</a:t>
            </a:r>
            <a:r>
              <a:rPr lang="en-US" dirty="0"/>
              <a:t> </a:t>
            </a:r>
            <a:r>
              <a:rPr lang="en-US" dirty="0" err="1"/>
              <a:t>quran</a:t>
            </a:r>
            <a:r>
              <a:rPr lang="en-US" dirty="0"/>
              <a:t> </a:t>
            </a:r>
            <a:r>
              <a:rPr lang="en-US" dirty="0" err="1"/>
              <a:t>mütəxəssisdir</a:t>
            </a:r>
            <a:r>
              <a:rPr lang="en-US" dirty="0"/>
              <a:t>.</a:t>
            </a:r>
            <a:endParaRPr lang="az-Latn-AZ" dirty="0"/>
          </a:p>
          <a:p>
            <a:endParaRPr lang="en-US" dirty="0"/>
          </a:p>
          <a:p>
            <a:r>
              <a:rPr lang="en-US" dirty="0" err="1"/>
              <a:t>Əsas</a:t>
            </a:r>
            <a:r>
              <a:rPr lang="en-US" dirty="0"/>
              <a:t> </a:t>
            </a:r>
            <a:r>
              <a:rPr lang="en-US" dirty="0" err="1"/>
              <a:t>vəzifələri</a:t>
            </a:r>
            <a:r>
              <a:rPr lang="az-Latn-AZ" dirty="0"/>
              <a:t>miz</a:t>
            </a:r>
            <a:r>
              <a:rPr lang="en-US" dirty="0"/>
              <a:t> </a:t>
            </a:r>
            <a:r>
              <a:rPr lang="en-US" dirty="0" err="1"/>
              <a:t>bunlardır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Müxtəlif</a:t>
            </a:r>
            <a:r>
              <a:rPr lang="en-US" dirty="0"/>
              <a:t> </a:t>
            </a:r>
            <a:r>
              <a:rPr lang="en-US" dirty="0" err="1"/>
              <a:t>sistemlərdən</a:t>
            </a:r>
            <a:r>
              <a:rPr lang="en-US" dirty="0"/>
              <a:t> </a:t>
            </a:r>
            <a:r>
              <a:rPr lang="en-US" dirty="0" err="1"/>
              <a:t>məlumat</a:t>
            </a:r>
            <a:r>
              <a:rPr lang="en-US" dirty="0"/>
              <a:t> </a:t>
            </a:r>
            <a:r>
              <a:rPr lang="en-US" dirty="0" err="1"/>
              <a:t>toplamaq</a:t>
            </a:r>
            <a:r>
              <a:rPr lang="az-Latn-AZ" dirty="0"/>
              <a:t>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birləşdirmək</a:t>
            </a:r>
            <a:r>
              <a:rPr lang="en-US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Məlumat</a:t>
            </a:r>
            <a:r>
              <a:rPr lang="en-US" dirty="0"/>
              <a:t> </a:t>
            </a:r>
            <a:r>
              <a:rPr lang="en-US" dirty="0" err="1"/>
              <a:t>axınlarını</a:t>
            </a:r>
            <a:r>
              <a:rPr lang="en-US" dirty="0"/>
              <a:t> (ETL/ELT </a:t>
            </a:r>
            <a:r>
              <a:rPr lang="en-US" dirty="0" err="1"/>
              <a:t>proseslərini</a:t>
            </a:r>
            <a:r>
              <a:rPr lang="en-US" dirty="0"/>
              <a:t>) </a:t>
            </a:r>
            <a:r>
              <a:rPr lang="en-US" dirty="0" err="1"/>
              <a:t>qurmaq</a:t>
            </a:r>
            <a:r>
              <a:rPr lang="en-US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Böyük</a:t>
            </a:r>
            <a:r>
              <a:rPr lang="en-US" dirty="0"/>
              <a:t> </a:t>
            </a:r>
            <a:r>
              <a:rPr lang="en-US" dirty="0" err="1"/>
              <a:t>həcmdə</a:t>
            </a:r>
            <a:r>
              <a:rPr lang="en-US" dirty="0"/>
              <a:t> </a:t>
            </a:r>
            <a:r>
              <a:rPr lang="en-US" dirty="0" err="1"/>
              <a:t>məlumatları</a:t>
            </a:r>
            <a:r>
              <a:rPr lang="en-US" dirty="0"/>
              <a:t> </a:t>
            </a:r>
            <a:r>
              <a:rPr lang="en-US" dirty="0" err="1"/>
              <a:t>emal</a:t>
            </a:r>
            <a:r>
              <a:rPr lang="en-US" dirty="0"/>
              <a:t> </a:t>
            </a:r>
            <a:r>
              <a:rPr lang="en-US" dirty="0" err="1"/>
              <a:t>etmək</a:t>
            </a:r>
            <a:r>
              <a:rPr lang="en-US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Məlumat</a:t>
            </a:r>
            <a:r>
              <a:rPr lang="en-US" dirty="0"/>
              <a:t> </a:t>
            </a:r>
            <a:r>
              <a:rPr lang="en-US" dirty="0" err="1"/>
              <a:t>anbarlarını</a:t>
            </a:r>
            <a:r>
              <a:rPr lang="en-US" dirty="0"/>
              <a:t> (data warehouse) </a:t>
            </a:r>
            <a:r>
              <a:rPr lang="en-US" dirty="0" err="1"/>
              <a:t>və</a:t>
            </a:r>
            <a:r>
              <a:rPr lang="en-US" dirty="0"/>
              <a:t> data lake-</a:t>
            </a:r>
            <a:r>
              <a:rPr lang="en-US" dirty="0" err="1"/>
              <a:t>ləri</a:t>
            </a:r>
            <a:r>
              <a:rPr lang="en-US" dirty="0"/>
              <a:t> </a:t>
            </a:r>
            <a:r>
              <a:rPr lang="en-US" dirty="0" err="1"/>
              <a:t>idarə</a:t>
            </a:r>
            <a:r>
              <a:rPr lang="en-US" dirty="0"/>
              <a:t> </a:t>
            </a:r>
            <a:r>
              <a:rPr lang="en-US" dirty="0" err="1"/>
              <a:t>etmək</a:t>
            </a:r>
            <a:r>
              <a:rPr lang="en-US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Məlumatların</a:t>
            </a:r>
            <a:r>
              <a:rPr lang="en-US" dirty="0"/>
              <a:t> </a:t>
            </a:r>
            <a:r>
              <a:rPr lang="en-US" dirty="0" err="1"/>
              <a:t>təhlükəsiz</a:t>
            </a:r>
            <a:r>
              <a:rPr lang="en-US" dirty="0"/>
              <a:t>, </a:t>
            </a:r>
            <a:r>
              <a:rPr lang="en-US" dirty="0" err="1"/>
              <a:t>sürətli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etibarlı</a:t>
            </a:r>
            <a:r>
              <a:rPr lang="en-US" dirty="0"/>
              <a:t> </a:t>
            </a:r>
            <a:r>
              <a:rPr lang="en-US" dirty="0" err="1"/>
              <a:t>şəkildə</a:t>
            </a:r>
            <a:r>
              <a:rPr lang="en-US" dirty="0"/>
              <a:t> </a:t>
            </a:r>
            <a:r>
              <a:rPr lang="en-US" dirty="0" err="1"/>
              <a:t>əlçatan</a:t>
            </a:r>
            <a:r>
              <a:rPr lang="en-US" dirty="0"/>
              <a:t> </a:t>
            </a:r>
            <a:r>
              <a:rPr lang="en-US" dirty="0" err="1"/>
              <a:t>olmasını</a:t>
            </a:r>
            <a:r>
              <a:rPr lang="en-US" dirty="0"/>
              <a:t> </a:t>
            </a:r>
            <a:r>
              <a:rPr lang="en-US" dirty="0" err="1"/>
              <a:t>təmin</a:t>
            </a:r>
            <a:r>
              <a:rPr lang="en-US" dirty="0"/>
              <a:t> </a:t>
            </a:r>
            <a:r>
              <a:rPr lang="en-US" dirty="0" err="1"/>
              <a:t>etmək</a:t>
            </a:r>
            <a:r>
              <a:rPr lang="en-US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Digər</a:t>
            </a:r>
            <a:r>
              <a:rPr lang="en-US" dirty="0"/>
              <a:t> </a:t>
            </a:r>
            <a:r>
              <a:rPr lang="en-US" dirty="0" err="1"/>
              <a:t>komandalar</a:t>
            </a:r>
            <a:r>
              <a:rPr lang="en-US" dirty="0"/>
              <a:t> </a:t>
            </a:r>
            <a:r>
              <a:rPr lang="en-US" dirty="0" err="1"/>
              <a:t>üçün</a:t>
            </a:r>
            <a:r>
              <a:rPr lang="en-US" dirty="0"/>
              <a:t> </a:t>
            </a:r>
            <a:r>
              <a:rPr lang="en-US" dirty="0" err="1"/>
              <a:t>məlumat</a:t>
            </a:r>
            <a:r>
              <a:rPr lang="en-US" dirty="0"/>
              <a:t> </a:t>
            </a:r>
            <a:r>
              <a:rPr lang="en-US" dirty="0" err="1"/>
              <a:t>infrastrukturunu</a:t>
            </a:r>
            <a:r>
              <a:rPr lang="en-US" dirty="0"/>
              <a:t> </a:t>
            </a:r>
            <a:r>
              <a:rPr lang="en-US" dirty="0" err="1"/>
              <a:t>hazırlamaq</a:t>
            </a:r>
            <a:r>
              <a:rPr lang="en-US" dirty="0"/>
              <a:t>.</a:t>
            </a:r>
            <a:endParaRPr lang="az-Latn-AZ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Məlumatları</a:t>
            </a:r>
            <a:r>
              <a:rPr lang="en-US" dirty="0"/>
              <a:t> </a:t>
            </a:r>
            <a:r>
              <a:rPr lang="en-US" dirty="0" err="1"/>
              <a:t>təmizləmək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analiz</a:t>
            </a:r>
            <a:r>
              <a:rPr lang="en-US" dirty="0"/>
              <a:t> </a:t>
            </a:r>
            <a:r>
              <a:rPr lang="en-US" dirty="0" err="1"/>
              <a:t>üçün</a:t>
            </a:r>
            <a:r>
              <a:rPr lang="en-US" dirty="0"/>
              <a:t> </a:t>
            </a:r>
            <a:r>
              <a:rPr lang="en-US" dirty="0" err="1"/>
              <a:t>uyğun</a:t>
            </a:r>
            <a:r>
              <a:rPr lang="en-US" dirty="0"/>
              <a:t> </a:t>
            </a:r>
            <a:r>
              <a:rPr lang="en-US" dirty="0" err="1"/>
              <a:t>formaya</a:t>
            </a:r>
            <a:r>
              <a:rPr lang="en-US" dirty="0"/>
              <a:t> </a:t>
            </a:r>
            <a:r>
              <a:rPr lang="en-US" dirty="0" err="1"/>
              <a:t>salmaq</a:t>
            </a:r>
            <a:r>
              <a:rPr lang="en-US" dirty="0"/>
              <a:t>. </a:t>
            </a:r>
            <a:endParaRPr lang="az-Latn-AZ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Məlumat</a:t>
            </a:r>
            <a:r>
              <a:rPr lang="en-US" dirty="0"/>
              <a:t> </a:t>
            </a:r>
            <a:r>
              <a:rPr lang="en-US" dirty="0" err="1"/>
              <a:t>modelləri</a:t>
            </a:r>
            <a:r>
              <a:rPr lang="en-US" dirty="0"/>
              <a:t> </a:t>
            </a:r>
            <a:r>
              <a:rPr lang="en-US" dirty="0" err="1"/>
              <a:t>yaratmaq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Analitiklər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biznes</a:t>
            </a:r>
            <a:r>
              <a:rPr lang="en-US" dirty="0"/>
              <a:t> </a:t>
            </a:r>
            <a:r>
              <a:rPr lang="en-US" dirty="0" err="1"/>
              <a:t>komandalarının</a:t>
            </a:r>
            <a:r>
              <a:rPr lang="en-US" dirty="0"/>
              <a:t> </a:t>
            </a:r>
            <a:r>
              <a:rPr lang="en-US" dirty="0" err="1"/>
              <a:t>istifadə</a:t>
            </a:r>
            <a:r>
              <a:rPr lang="en-US" dirty="0"/>
              <a:t> </a:t>
            </a:r>
            <a:r>
              <a:rPr lang="en-US" dirty="0" err="1"/>
              <a:t>edə</a:t>
            </a:r>
            <a:r>
              <a:rPr lang="en-US" dirty="0"/>
              <a:t> </a:t>
            </a:r>
            <a:r>
              <a:rPr lang="en-US" dirty="0" err="1"/>
              <a:t>biləcəyi</a:t>
            </a:r>
            <a:r>
              <a:rPr lang="en-US" dirty="0"/>
              <a:t> </a:t>
            </a:r>
            <a:r>
              <a:rPr lang="en-US" dirty="0" err="1"/>
              <a:t>etibarlı</a:t>
            </a:r>
            <a:r>
              <a:rPr lang="en-US" dirty="0"/>
              <a:t> </a:t>
            </a:r>
            <a:r>
              <a:rPr lang="en-US" dirty="0" err="1"/>
              <a:t>verilənlər</a:t>
            </a:r>
            <a:r>
              <a:rPr lang="en-US" dirty="0"/>
              <a:t> </a:t>
            </a:r>
            <a:r>
              <a:rPr lang="en-US" dirty="0" err="1"/>
              <a:t>bazası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cədvəllər</a:t>
            </a:r>
            <a:r>
              <a:rPr lang="en-US" dirty="0"/>
              <a:t> </a:t>
            </a:r>
            <a:r>
              <a:rPr lang="en-US" dirty="0" err="1"/>
              <a:t>hazırlamaq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Hesabat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dashboard-</a:t>
            </a:r>
            <a:r>
              <a:rPr lang="en-US" dirty="0" err="1"/>
              <a:t>ların</a:t>
            </a:r>
            <a:r>
              <a:rPr lang="en-US" dirty="0"/>
              <a:t> </a:t>
            </a:r>
            <a:r>
              <a:rPr lang="en-US" dirty="0" err="1"/>
              <a:t>işləməsi</a:t>
            </a:r>
            <a:r>
              <a:rPr lang="en-US" dirty="0"/>
              <a:t> </a:t>
            </a:r>
            <a:r>
              <a:rPr lang="en-US" dirty="0" err="1"/>
              <a:t>üçün</a:t>
            </a:r>
            <a:r>
              <a:rPr lang="en-US" dirty="0"/>
              <a:t> </a:t>
            </a:r>
            <a:r>
              <a:rPr lang="en-US" dirty="0" err="1"/>
              <a:t>lazım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məlumat</a:t>
            </a:r>
            <a:r>
              <a:rPr lang="en-US" dirty="0"/>
              <a:t> </a:t>
            </a:r>
            <a:r>
              <a:rPr lang="en-US" dirty="0" err="1"/>
              <a:t>infrastrukturunu</a:t>
            </a:r>
            <a:r>
              <a:rPr lang="en-US" dirty="0"/>
              <a:t> </a:t>
            </a:r>
            <a:r>
              <a:rPr lang="en-US" dirty="0" err="1"/>
              <a:t>qurmaq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r>
              <a:rPr lang="en-US" dirty="0"/>
              <a:t>Data </a:t>
            </a:r>
            <a:r>
              <a:rPr lang="en-US" dirty="0" err="1"/>
              <a:t>sah</a:t>
            </a:r>
            <a:r>
              <a:rPr lang="az-Latn-AZ" dirty="0"/>
              <a:t>əsində data engineering chapter 2 fərqli squaddan ibarətdir. ADS(Analitical data solution squad) and DataOps squad. Hər komandada data engineerlər fəaliyyət göstərir.</a:t>
            </a:r>
          </a:p>
          <a:p>
            <a:endParaRPr lang="az-Latn-AZ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85649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80515" cy="68580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1095" y="172720"/>
            <a:ext cx="977966" cy="44288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637263" y="6591931"/>
            <a:ext cx="551689" cy="18466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fld id="{E1AA5AB0-6203-4D00-A82E-C2E23293F6BE}" type="slidenum">
              <a:rPr lang="en-US" sz="1200" kern="1200" noProof="0" smtClean="0">
                <a:solidFill>
                  <a:srgbClr val="0070D4"/>
                </a:solidFill>
                <a:latin typeface="Corbel" panose="020B0503020204020204" pitchFamily="34" charset="0"/>
                <a:ea typeface="+mn-ea"/>
                <a:cs typeface="+mn-cs"/>
              </a:rPr>
              <a:t>12</a:t>
            </a:fld>
            <a:endParaRPr lang="en-US" sz="1200" kern="1200" noProof="0" dirty="0">
              <a:solidFill>
                <a:srgbClr val="0070D4"/>
              </a:solidFill>
              <a:latin typeface="Corbel" panose="020B0503020204020204" pitchFamily="34" charset="0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94A298-8203-4A20-A8E0-B92CFCBBF078}"/>
              </a:ext>
            </a:extLst>
          </p:cNvPr>
          <p:cNvSpPr/>
          <p:nvPr/>
        </p:nvSpPr>
        <p:spPr>
          <a:xfrm>
            <a:off x="958700" y="246269"/>
            <a:ext cx="69429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z-Latn-AZ" altLang="en-US" b="1" dirty="0">
                <a:solidFill>
                  <a:srgbClr val="0070C0"/>
                </a:solidFill>
                <a:latin typeface="Arial" panose="020B0604020202020204" pitchFamily="34" charset="0"/>
              </a:rPr>
              <a:t>Analitical data solutions squadda </a:t>
            </a:r>
            <a:r>
              <a:rPr lang="en-US" altLang="en-US" b="1" dirty="0">
                <a:solidFill>
                  <a:srgbClr val="0070C0"/>
                </a:solidFill>
                <a:latin typeface="Arial" panose="020B0604020202020204" pitchFamily="34" charset="0"/>
              </a:rPr>
              <a:t>Data</a:t>
            </a:r>
            <a:r>
              <a:rPr lang="az-Latn-AZ" altLang="en-US" b="1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en-US" altLang="en-US" b="1" dirty="0">
                <a:solidFill>
                  <a:srgbClr val="0070C0"/>
                </a:solidFill>
                <a:latin typeface="Arial" panose="020B0604020202020204" pitchFamily="34" charset="0"/>
              </a:rPr>
              <a:t>Engineer</a:t>
            </a:r>
            <a:r>
              <a:rPr lang="az-Latn-AZ" altLang="en-US" b="1" dirty="0">
                <a:solidFill>
                  <a:srgbClr val="0070C0"/>
                </a:solidFill>
                <a:latin typeface="Arial" panose="020B0604020202020204" pitchFamily="34" charset="0"/>
              </a:rPr>
              <a:t>in</a:t>
            </a:r>
            <a:r>
              <a:rPr lang="en-US" altLang="en-US" b="1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az-Latn-AZ" altLang="en-US" b="1" dirty="0">
                <a:solidFill>
                  <a:srgbClr val="0070C0"/>
                </a:solidFill>
                <a:latin typeface="Arial" panose="020B0604020202020204" pitchFamily="34" charset="0"/>
              </a:rPr>
              <a:t>rolu nədir</a:t>
            </a:r>
            <a:r>
              <a:rPr lang="en-US" altLang="en-US" b="1" dirty="0">
                <a:solidFill>
                  <a:srgbClr val="0070C0"/>
                </a:solidFill>
                <a:latin typeface="Arial" panose="020B0604020202020204" pitchFamily="34" charset="0"/>
              </a:rPr>
              <a:t>?</a:t>
            </a:r>
            <a:endParaRPr lang="en-US" altLang="en-US" dirty="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855F1D-7CB0-492E-9DC0-B118C0F2ACFF}"/>
              </a:ext>
            </a:extLst>
          </p:cNvPr>
          <p:cNvSpPr/>
          <p:nvPr/>
        </p:nvSpPr>
        <p:spPr>
          <a:xfrm>
            <a:off x="958699" y="1115088"/>
            <a:ext cx="10678563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Data Engineer</a:t>
            </a:r>
            <a:r>
              <a:rPr lang="en-US" dirty="0"/>
              <a:t> </a:t>
            </a:r>
            <a:r>
              <a:rPr lang="en-US" dirty="0" err="1"/>
              <a:t>əsas</a:t>
            </a:r>
            <a:r>
              <a:rPr lang="en-US" dirty="0"/>
              <a:t> </a:t>
            </a:r>
            <a:r>
              <a:rPr lang="en-US" dirty="0" err="1"/>
              <a:t>rolu</a:t>
            </a:r>
            <a:r>
              <a:rPr lang="en-US" dirty="0"/>
              <a:t> </a:t>
            </a:r>
            <a:r>
              <a:rPr lang="en-US" dirty="0" err="1"/>
              <a:t>məlumatları</a:t>
            </a:r>
            <a:r>
              <a:rPr lang="en-US" dirty="0"/>
              <a:t> </a:t>
            </a:r>
            <a:r>
              <a:rPr lang="en-US" dirty="0" err="1"/>
              <a:t>biznes</a:t>
            </a:r>
            <a:r>
              <a:rPr lang="en-US" dirty="0"/>
              <a:t> </a:t>
            </a:r>
            <a:r>
              <a:rPr lang="en-US" dirty="0" err="1"/>
              <a:t>qərarları</a:t>
            </a:r>
            <a:r>
              <a:rPr lang="en-US" dirty="0"/>
              <a:t> </a:t>
            </a:r>
            <a:r>
              <a:rPr lang="en-US" dirty="0" err="1"/>
              <a:t>üçün</a:t>
            </a:r>
            <a:r>
              <a:rPr lang="en-US" dirty="0"/>
              <a:t> </a:t>
            </a:r>
            <a:r>
              <a:rPr lang="en-US" dirty="0" err="1"/>
              <a:t>hazır</a:t>
            </a:r>
            <a:r>
              <a:rPr lang="en-US" dirty="0"/>
              <a:t> </a:t>
            </a:r>
            <a:r>
              <a:rPr lang="en-US" dirty="0" err="1"/>
              <a:t>vəziyyətə</a:t>
            </a:r>
            <a:r>
              <a:rPr lang="en-US" dirty="0"/>
              <a:t> </a:t>
            </a:r>
            <a:r>
              <a:rPr lang="en-US" dirty="0" err="1"/>
              <a:t>gətirməkdir</a:t>
            </a:r>
            <a:r>
              <a:rPr lang="en-US" dirty="0"/>
              <a:t>. </a:t>
            </a:r>
          </a:p>
          <a:p>
            <a:r>
              <a:rPr lang="en-US" dirty="0" err="1"/>
              <a:t>Məsələn</a:t>
            </a:r>
            <a:r>
              <a:rPr lang="en-US" dirty="0"/>
              <a:t>, </a:t>
            </a:r>
            <a:r>
              <a:rPr lang="en-US" dirty="0" err="1"/>
              <a:t>bankda</a:t>
            </a:r>
            <a:r>
              <a:rPr lang="en-US" dirty="0"/>
              <a:t> </a:t>
            </a:r>
            <a:r>
              <a:rPr lang="en-US" dirty="0" err="1"/>
              <a:t>aşağıdakı</a:t>
            </a:r>
            <a:r>
              <a:rPr lang="en-US" dirty="0"/>
              <a:t> </a:t>
            </a:r>
            <a:r>
              <a:rPr lang="en-US" dirty="0" err="1"/>
              <a:t>məlumatlar</a:t>
            </a:r>
            <a:r>
              <a:rPr lang="en-US" dirty="0"/>
              <a:t> </a:t>
            </a:r>
            <a:r>
              <a:rPr lang="en-US" dirty="0" err="1"/>
              <a:t>mövcuddur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Müştəri</a:t>
            </a:r>
            <a:r>
              <a:rPr lang="en-US" dirty="0"/>
              <a:t> </a:t>
            </a:r>
            <a:r>
              <a:rPr lang="en-US" dirty="0" err="1"/>
              <a:t>hesabları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Kart </a:t>
            </a:r>
            <a:r>
              <a:rPr lang="en-US" dirty="0" err="1"/>
              <a:t>əməliyyatları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Kreditlər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Depozitlər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Mobil </a:t>
            </a:r>
            <a:r>
              <a:rPr lang="en-US" dirty="0" err="1"/>
              <a:t>bankçılıq</a:t>
            </a:r>
            <a:r>
              <a:rPr lang="en-US" dirty="0"/>
              <a:t> </a:t>
            </a:r>
            <a:r>
              <a:rPr lang="en-US" dirty="0" err="1"/>
              <a:t>istifadəsi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ATM </a:t>
            </a:r>
            <a:r>
              <a:rPr lang="en-US" dirty="0" err="1"/>
              <a:t>və</a:t>
            </a:r>
            <a:r>
              <a:rPr lang="en-US" dirty="0"/>
              <a:t> POS </a:t>
            </a:r>
            <a:r>
              <a:rPr lang="en-US" dirty="0" err="1"/>
              <a:t>əməliyyatları</a:t>
            </a:r>
            <a:r>
              <a:rPr lang="en-US" dirty="0"/>
              <a:t> </a:t>
            </a:r>
          </a:p>
          <a:p>
            <a:r>
              <a:rPr lang="en-US" dirty="0"/>
              <a:t>Bu </a:t>
            </a:r>
            <a:r>
              <a:rPr lang="en-US" dirty="0" err="1"/>
              <a:t>məlumatlar</a:t>
            </a:r>
            <a:r>
              <a:rPr lang="en-US" dirty="0"/>
              <a:t> </a:t>
            </a:r>
            <a:r>
              <a:rPr lang="en-US" dirty="0" err="1"/>
              <a:t>müxtəlif</a:t>
            </a:r>
            <a:r>
              <a:rPr lang="en-US" dirty="0"/>
              <a:t> </a:t>
            </a:r>
            <a:r>
              <a:rPr lang="en-US" dirty="0" err="1"/>
              <a:t>sistemlərdə</a:t>
            </a:r>
            <a:r>
              <a:rPr lang="en-US" dirty="0"/>
              <a:t> </a:t>
            </a:r>
            <a:r>
              <a:rPr lang="en-US" dirty="0" err="1"/>
              <a:t>saxlanılır</a:t>
            </a:r>
            <a:r>
              <a:rPr lang="en-US" dirty="0"/>
              <a:t>. </a:t>
            </a:r>
            <a:r>
              <a:rPr lang="en-US" b="1" dirty="0"/>
              <a:t>Data Engineer</a:t>
            </a:r>
            <a:r>
              <a:rPr lang="en-US" dirty="0"/>
              <a:t> </a:t>
            </a:r>
            <a:r>
              <a:rPr lang="en-US" dirty="0" err="1"/>
              <a:t>həmin</a:t>
            </a:r>
            <a:r>
              <a:rPr lang="en-US" dirty="0"/>
              <a:t> </a:t>
            </a:r>
            <a:r>
              <a:rPr lang="en-US" dirty="0" err="1"/>
              <a:t>məlumatları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yerə</a:t>
            </a:r>
            <a:r>
              <a:rPr lang="en-US" dirty="0"/>
              <a:t> </a:t>
            </a:r>
            <a:r>
              <a:rPr lang="en-US" dirty="0" err="1"/>
              <a:t>toplayır</a:t>
            </a:r>
            <a:r>
              <a:rPr lang="en-US" dirty="0"/>
              <a:t>, </a:t>
            </a:r>
            <a:r>
              <a:rPr lang="en-US" dirty="0" err="1"/>
              <a:t>təmizləyir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analiz</a:t>
            </a:r>
            <a:r>
              <a:rPr lang="en-US" dirty="0"/>
              <a:t> </a:t>
            </a:r>
            <a:r>
              <a:rPr lang="en-US" dirty="0" err="1"/>
              <a:t>üçün</a:t>
            </a:r>
            <a:r>
              <a:rPr lang="en-US" dirty="0"/>
              <a:t> </a:t>
            </a:r>
            <a:r>
              <a:rPr lang="en-US" dirty="0" err="1"/>
              <a:t>uyğun</a:t>
            </a:r>
            <a:r>
              <a:rPr lang="en-US" dirty="0"/>
              <a:t> </a:t>
            </a:r>
            <a:r>
              <a:rPr lang="en-US" dirty="0" err="1"/>
              <a:t>formaya</a:t>
            </a:r>
            <a:r>
              <a:rPr lang="en-US" dirty="0"/>
              <a:t> </a:t>
            </a:r>
            <a:r>
              <a:rPr lang="en-US" dirty="0" err="1"/>
              <a:t>salır</a:t>
            </a:r>
            <a:r>
              <a:rPr lang="en-US" dirty="0"/>
              <a:t>. </a:t>
            </a:r>
          </a:p>
          <a:p>
            <a:endParaRPr lang="az-Latn-AZ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1612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13" y="531873"/>
            <a:ext cx="2705107" cy="122427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38770" y="2565323"/>
            <a:ext cx="79169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z-Latn-AZ" sz="2400" b="1" dirty="0">
                <a:solidFill>
                  <a:schemeClr val="bg1"/>
                </a:solidFill>
              </a:rPr>
              <a:t>Allahverdi Hacıyev- </a:t>
            </a:r>
            <a:r>
              <a:rPr lang="az-Latn-AZ" sz="2400" dirty="0">
                <a:solidFill>
                  <a:schemeClr val="bg1"/>
                </a:solidFill>
              </a:rPr>
              <a:t>Data sahəsi, Baş data mühəndisi</a:t>
            </a:r>
          </a:p>
          <a:p>
            <a:endParaRPr lang="az-Latn-AZ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z-Latn-AZ" b="1" dirty="0">
                <a:solidFill>
                  <a:schemeClr val="bg1"/>
                </a:solidFill>
              </a:rPr>
              <a:t>Data engineer vakansiyası 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8880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80515" cy="68580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1095" y="172720"/>
            <a:ext cx="977966" cy="44288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637263" y="6591931"/>
            <a:ext cx="551689" cy="18466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fld id="{E1AA5AB0-6203-4D00-A82E-C2E23293F6BE}" type="slidenum">
              <a:rPr lang="en-US" sz="1200" kern="1200" noProof="0" smtClean="0">
                <a:solidFill>
                  <a:srgbClr val="0070D4"/>
                </a:solidFill>
                <a:latin typeface="Corbel" panose="020B0503020204020204" pitchFamily="34" charset="0"/>
                <a:ea typeface="+mn-ea"/>
                <a:cs typeface="+mn-cs"/>
              </a:rPr>
              <a:t>14</a:t>
            </a:fld>
            <a:endParaRPr lang="en-US" sz="1200" kern="1200" noProof="0" dirty="0">
              <a:solidFill>
                <a:srgbClr val="0070D4"/>
              </a:solidFill>
              <a:latin typeface="Corbel" panose="020B05030202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48303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13" y="531873"/>
            <a:ext cx="2705107" cy="122427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38770" y="2565323"/>
            <a:ext cx="791698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z-Latn-AZ" sz="2400" b="1" dirty="0">
                <a:solidFill>
                  <a:schemeClr val="bg1"/>
                </a:solidFill>
              </a:rPr>
              <a:t>Həcər Hüseynli - </a:t>
            </a:r>
            <a:r>
              <a:rPr lang="az-Latn-AZ" sz="2400" dirty="0">
                <a:solidFill>
                  <a:schemeClr val="bg1"/>
                </a:solidFill>
              </a:rPr>
              <a:t>Data sahəsi, Datanın idarə edilməsi üzrə aparıcı analitik</a:t>
            </a:r>
          </a:p>
          <a:p>
            <a:endParaRPr lang="az-Latn-AZ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z-Latn-AZ" b="1" dirty="0">
                <a:solidFill>
                  <a:schemeClr val="bg1"/>
                </a:solidFill>
              </a:rPr>
              <a:t>Data governance analitik vakansiyası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85913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80515" cy="68580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1095" y="172720"/>
            <a:ext cx="977966" cy="44288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637263" y="6591931"/>
            <a:ext cx="551689" cy="18466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fld id="{E1AA5AB0-6203-4D00-A82E-C2E23293F6BE}" type="slidenum">
              <a:rPr lang="en-US" sz="1200" kern="1200" noProof="0" smtClean="0">
                <a:solidFill>
                  <a:srgbClr val="0070D4"/>
                </a:solidFill>
                <a:latin typeface="Corbel" panose="020B0503020204020204" pitchFamily="34" charset="0"/>
                <a:ea typeface="+mn-ea"/>
                <a:cs typeface="+mn-cs"/>
              </a:rPr>
              <a:t>16</a:t>
            </a:fld>
            <a:endParaRPr lang="en-US" sz="1200" kern="1200" noProof="0" dirty="0">
              <a:solidFill>
                <a:srgbClr val="0070D4"/>
              </a:solidFill>
              <a:latin typeface="Corbel" panose="020B0503020204020204" pitchFamily="34" charset="0"/>
              <a:ea typeface="+mn-ea"/>
              <a:cs typeface="+mn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/>
          <a:srcRect l="8095" t="6248" r="5428"/>
          <a:stretch/>
        </p:blipFill>
        <p:spPr>
          <a:xfrm>
            <a:off x="580515" y="2612806"/>
            <a:ext cx="5506777" cy="424519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11143" y="172720"/>
            <a:ext cx="36471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0070C0"/>
                </a:solidFill>
                <a:latin typeface="Arial" panose="020B0604020202020204" pitchFamily="34" charset="0"/>
              </a:rPr>
              <a:t>Data</a:t>
            </a:r>
            <a:r>
              <a:rPr lang="az-Latn-AZ" altLang="en-US" b="1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en-US" altLang="en-US" b="1" dirty="0">
                <a:solidFill>
                  <a:srgbClr val="0070C0"/>
                </a:solidFill>
                <a:latin typeface="Arial" panose="020B0604020202020204" pitchFamily="34" charset="0"/>
              </a:rPr>
              <a:t>Governance </a:t>
            </a:r>
            <a:r>
              <a:rPr lang="az-Latn-AZ" altLang="en-US" b="1" dirty="0">
                <a:solidFill>
                  <a:srgbClr val="0070C0"/>
                </a:solidFill>
                <a:latin typeface="Arial" panose="020B0604020202020204" pitchFamily="34" charset="0"/>
              </a:rPr>
              <a:t>nə deməkdir</a:t>
            </a:r>
            <a:r>
              <a:rPr lang="en-US" altLang="en-US" b="1" dirty="0">
                <a:solidFill>
                  <a:srgbClr val="0070C0"/>
                </a:solidFill>
                <a:latin typeface="Arial" panose="020B0604020202020204" pitchFamily="34" charset="0"/>
              </a:rPr>
              <a:t>?</a:t>
            </a:r>
            <a:endParaRPr lang="en-US" altLang="en-US" dirty="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28604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80515" cy="68580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1095" y="172720"/>
            <a:ext cx="977966" cy="44288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637263" y="6591931"/>
            <a:ext cx="551689" cy="18466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fld id="{E1AA5AB0-6203-4D00-A82E-C2E23293F6BE}" type="slidenum">
              <a:rPr lang="en-US" sz="1200" kern="1200" noProof="0" smtClean="0">
                <a:solidFill>
                  <a:srgbClr val="0070D4"/>
                </a:solidFill>
                <a:latin typeface="Corbel" panose="020B0503020204020204" pitchFamily="34" charset="0"/>
                <a:ea typeface="+mn-ea"/>
                <a:cs typeface="+mn-cs"/>
              </a:rPr>
              <a:t>17</a:t>
            </a:fld>
            <a:endParaRPr lang="en-US" sz="1200" kern="1200" noProof="0" dirty="0">
              <a:solidFill>
                <a:srgbClr val="0070D4"/>
              </a:solidFill>
              <a:latin typeface="Corbel" panose="020B0503020204020204" pitchFamily="34" charset="0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13576" y="172720"/>
            <a:ext cx="54809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0070C0"/>
                </a:solidFill>
                <a:latin typeface="Arial" panose="020B0604020202020204" pitchFamily="34" charset="0"/>
              </a:rPr>
              <a:t>Data Governance </a:t>
            </a:r>
            <a:r>
              <a:rPr lang="en-US" altLang="en-US" b="1" dirty="0" err="1">
                <a:solidFill>
                  <a:srgbClr val="0070C0"/>
                </a:solidFill>
                <a:latin typeface="Arial" panose="020B0604020202020204" pitchFamily="34" charset="0"/>
              </a:rPr>
              <a:t>analitikin</a:t>
            </a:r>
            <a:r>
              <a:rPr lang="en-US" altLang="en-US" b="1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az-Latn-AZ" altLang="en-US" b="1" dirty="0">
                <a:solidFill>
                  <a:srgbClr val="0070C0"/>
                </a:solidFill>
                <a:latin typeface="Arial" panose="020B0604020202020204" pitchFamily="34" charset="0"/>
              </a:rPr>
              <a:t>bankdakı rolu nədir</a:t>
            </a:r>
            <a:r>
              <a:rPr lang="en-US" altLang="en-US" b="1" dirty="0">
                <a:solidFill>
                  <a:srgbClr val="0070C0"/>
                </a:solidFill>
                <a:latin typeface="Arial" panose="020B0604020202020204" pitchFamily="34" charset="0"/>
              </a:rPr>
              <a:t>?</a:t>
            </a:r>
            <a:endParaRPr lang="az-Latn-AZ" altLang="en-US" b="1" dirty="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06272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13" y="531873"/>
            <a:ext cx="2705107" cy="122427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7214" y="2606040"/>
            <a:ext cx="73935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z-Latn-AZ" sz="3600" b="1" dirty="0">
                <a:solidFill>
                  <a:schemeClr val="bg1"/>
                </a:solidFill>
                <a:latin typeface="Corbel" panose="020B0503020204020204" pitchFamily="34" charset="0"/>
              </a:rPr>
              <a:t>Diqqətiniz üçün</a:t>
            </a:r>
          </a:p>
          <a:p>
            <a:r>
              <a:rPr lang="az-Latn-AZ" sz="3600" b="1" dirty="0">
                <a:solidFill>
                  <a:schemeClr val="bg1"/>
                </a:solidFill>
                <a:latin typeface="Corbel" panose="020B0503020204020204" pitchFamily="34" charset="0"/>
              </a:rPr>
              <a:t>təşəkkür edirik!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10122" y="6194901"/>
            <a:ext cx="14453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z-Latn-AZ" sz="2400" b="1" dirty="0">
                <a:solidFill>
                  <a:srgbClr val="8DC6FF"/>
                </a:solidFill>
                <a:latin typeface="Corbel" panose="020B0503020204020204" pitchFamily="34" charset="0"/>
              </a:rPr>
              <a:t>May</a:t>
            </a:r>
            <a:r>
              <a:rPr lang="en-US" sz="2400" b="1" dirty="0">
                <a:solidFill>
                  <a:srgbClr val="8DC6FF"/>
                </a:solidFill>
                <a:latin typeface="Corbel" panose="020B0503020204020204" pitchFamily="34" charset="0"/>
              </a:rPr>
              <a:t> 202</a:t>
            </a:r>
            <a:r>
              <a:rPr lang="az-Latn-AZ" sz="2400" b="1" dirty="0">
                <a:solidFill>
                  <a:srgbClr val="8DC6FF"/>
                </a:solidFill>
                <a:latin typeface="Corbel" panose="020B0503020204020204" pitchFamily="34" charset="0"/>
              </a:rPr>
              <a:t>6</a:t>
            </a:r>
            <a:endParaRPr lang="en-US" sz="2400" b="1" dirty="0">
              <a:solidFill>
                <a:srgbClr val="8DC6FF"/>
              </a:solidFill>
              <a:latin typeface="Corbel" panose="020B0503020204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364</TotalTime>
  <Words>506</Words>
  <Application>Microsoft Office PowerPoint</Application>
  <PresentationFormat>Widescreen</PresentationFormat>
  <Paragraphs>75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Corbel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administrator1</dc:creator>
  <cp:lastModifiedBy>Husniyya Rzayeva</cp:lastModifiedBy>
  <cp:revision>92</cp:revision>
  <dcterms:created xsi:type="dcterms:W3CDTF">2025-12-10T07:52:00Z</dcterms:created>
  <dcterms:modified xsi:type="dcterms:W3CDTF">2026-06-29T13:17:41Z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ED0AFE6404234BFBBA5744E112024D30_13</vt:lpwstr>
  </property>
</Properties>
</file>